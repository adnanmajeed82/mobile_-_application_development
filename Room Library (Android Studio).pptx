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C5A-E7C1-CCC6-889F-2D82900EE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FE857-3A28-6850-0ACB-E54C60511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FBE6F-365D-9524-A94A-64689A89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A2FB-F88C-60EB-DC29-CF3DDA75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9FFEC-A08D-9F01-59A3-9ED87F29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2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5AB5-C542-D015-E462-2334F0B8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B19D7-F0D4-EF9C-7D25-A0283A237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F7A06-228D-9040-BBCA-A9420577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86E00-476C-CE30-FD85-E66B0170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330F-3A3C-29B6-6CA8-587F33FF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9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A3B2-CE30-41DD-7E4F-268EACCF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DF4C1-D1F3-52BF-8139-9460AB4BD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66C3-F100-D96D-EC89-DEA3E879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A65CB-6A88-2406-C295-861AFA72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264B9-696D-70D6-3FDC-D267D5DF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9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137C-C366-4A96-3673-7B15DEE6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1226-DB91-1A02-CE09-851762DC0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B77DB-CBD9-E58E-1729-0C1299F25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22ECF-7B38-37C5-4963-242ED7A5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6327C-CBD5-DD7D-4118-A9C14148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2CE44-FCE2-9346-3862-A9E3D0A3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210A-CFBC-4FA6-DF73-A71875AD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79C39-8F88-1EB1-800E-77D7D8A2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F1134-0F6A-041C-64CB-4BCB16F34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5E9AC-B1E9-5F4D-D5C2-57F985612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E0A8D-BC45-5772-F863-1206A6904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02E85-C702-F058-0876-50A0F542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416B1-62DC-B627-0A33-7FA80F67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F962A-EB60-BB35-74BF-79C67B0F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6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A3F9-C081-4DB4-106D-5536466B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41BD3-F30A-CCF8-AB7F-85ADA6AC1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B8163-4B02-3AEA-C873-58B0AD94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4E4F0-F4E8-5A56-A15F-643AD2EC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3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32F2F-0CAB-7853-E5A7-4E26ED28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F28BD-B6F9-8625-8C27-B6E09D07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C8AD-3814-9CF4-DA96-157DC701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6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2493-1E88-5912-768F-56D8972D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6AC5-8272-64FB-B656-D837F33C2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4B8B5-2013-DC9D-28B5-96B1B1707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382DC-3847-EB31-0FCF-579C8CB8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6342B-B79F-0C86-9458-7682FC89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BF820-3D24-3030-47D7-BB7F4E1A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6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5533-1B9F-7FBF-B6FF-26DB6418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60293-E23F-E421-1162-83BB7990E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EA8FF-B675-0842-9359-A27D92AC0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262A2-5094-20D2-85A4-733D2657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B73FF-DF1E-5339-EE73-4EF8C18C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821C1-17E4-2927-EEDE-31A7F9F3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6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362A-4B75-4895-7247-80E294DB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1B1E-889A-3C77-0803-925BDB3B6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00334-07C0-34B7-0FFD-2A5FED96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7354F-F70E-E7CB-A9A6-26AA9970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E2A4F-62E8-38CF-47FB-FACBF6B6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6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04E9C-3513-68FF-1AF0-91ADC17E8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B5ABA-1CAD-9788-BD4E-8D4CE6C53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4053-BA33-7A56-DB3A-958273F30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BB92A-4340-1F39-7E69-4AFAFEA3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C12EC-70B1-0A0E-8BFA-244AE021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6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06513-73FC-90EE-6EC9-2BEBA6CD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8C46-7DA2-731A-B5C8-8734F7739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AF71-6D30-932A-D5F1-AF23159CC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BDA2C-24CC-48DE-A4BE-D01AE70653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F1D0-7DCB-FBEB-E6E3-DA75B50ED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802C9-9AA2-79D6-0701-3D191385A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72FE-8F3A-49A3-9D9B-FA7E6A72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8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B0B5-C559-BDE0-D561-AE2089139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Room Library (Android Studio)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B424F-2A74-DC72-1491-613D910D5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Lecturer Computer Science</a:t>
            </a:r>
          </a:p>
          <a:p>
            <a:r>
              <a:rPr lang="en-US" dirty="0"/>
              <a:t>BSCS 7th Semester – Mobile App Development</a:t>
            </a:r>
            <a:br>
              <a:rPr lang="en-US" dirty="0"/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44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8BAA-ED18-620C-17A8-B80A38D1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Introduction to Room Library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A938-2010-0AF8-87EB-4D5CE5C6B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Room</a:t>
            </a:r>
            <a:r>
              <a:rPr lang="en-US" dirty="0"/>
              <a:t> is an Android Jetpack persistence library that provides an </a:t>
            </a:r>
            <a:r>
              <a:rPr lang="en-US" b="1" dirty="0"/>
              <a:t>abstraction layer over SQLite</a:t>
            </a:r>
            <a:r>
              <a:rPr lang="en-US" dirty="0"/>
              <a:t>, making database interaction easier.</a:t>
            </a:r>
          </a:p>
          <a:p>
            <a:r>
              <a:rPr lang="en-US" b="1" dirty="0"/>
              <a:t>Why Room?</a:t>
            </a:r>
          </a:p>
          <a:p>
            <a:r>
              <a:rPr lang="en-US" dirty="0"/>
              <a:t>Reduces boilerplate SQL code</a:t>
            </a:r>
          </a:p>
          <a:p>
            <a:r>
              <a:rPr lang="en-US" dirty="0"/>
              <a:t>Compile-time SQL verification</a:t>
            </a:r>
          </a:p>
          <a:p>
            <a:r>
              <a:rPr lang="en-US" dirty="0"/>
              <a:t>Easy object mapping</a:t>
            </a:r>
          </a:p>
          <a:p>
            <a:r>
              <a:rPr lang="en-US" dirty="0"/>
              <a:t>Works with </a:t>
            </a:r>
            <a:r>
              <a:rPr lang="en-US" dirty="0" err="1"/>
              <a:t>LiveData</a:t>
            </a:r>
            <a:r>
              <a:rPr lang="en-US" dirty="0"/>
              <a:t> / Flow / </a:t>
            </a:r>
            <a:r>
              <a:rPr lang="en-US" dirty="0" err="1"/>
              <a:t>ViewModel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7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24ED3-9D97-F375-2563-172F1581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Room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85C8-2059-1623-0AF0-6C3358FAF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Room consists of three main parts:</a:t>
            </a:r>
          </a:p>
          <a:p>
            <a:r>
              <a:rPr lang="en-US" b="1" dirty="0"/>
              <a:t>Entity</a:t>
            </a:r>
            <a:r>
              <a:rPr lang="en-US" dirty="0"/>
              <a:t> – Represents a table</a:t>
            </a:r>
          </a:p>
          <a:p>
            <a:r>
              <a:rPr lang="en-US" b="1" dirty="0"/>
              <a:t>DAO (Data Access Object)</a:t>
            </a:r>
            <a:r>
              <a:rPr lang="en-US" dirty="0"/>
              <a:t> – SQL operations</a:t>
            </a:r>
          </a:p>
          <a:p>
            <a:r>
              <a:rPr lang="en-US" b="1" dirty="0"/>
              <a:t>Database Class</a:t>
            </a:r>
            <a:r>
              <a:rPr lang="en-US" dirty="0"/>
              <a:t> – Holds the database and acts as the main access point</a:t>
            </a:r>
          </a:p>
          <a:p>
            <a:r>
              <a:rPr lang="en-US" dirty="0"/>
              <a:t>Diagram:</a:t>
            </a:r>
            <a:br>
              <a:rPr lang="en-US" dirty="0"/>
            </a:br>
            <a:r>
              <a:rPr lang="en-US" dirty="0"/>
              <a:t>Entity ↔ DAO ↔ </a:t>
            </a:r>
            <a:r>
              <a:rPr lang="en-US" dirty="0" err="1"/>
              <a:t>RoomDatabase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5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C3AF-4014-C6FE-7286-5FDAD27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Dependencies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A9F6-8A30-9628-AD9D-4DA617B5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Room dependencies in </a:t>
            </a:r>
            <a:r>
              <a:rPr lang="en-US" b="1" dirty="0"/>
              <a:t>app/</a:t>
            </a:r>
            <a:r>
              <a:rPr lang="en-US" b="1" dirty="0" err="1"/>
              <a:t>build.gradle</a:t>
            </a:r>
            <a:r>
              <a:rPr lang="en-US" dirty="0"/>
              <a:t>:</a:t>
            </a:r>
          </a:p>
          <a:p>
            <a:r>
              <a:rPr lang="en-US" dirty="0"/>
              <a:t>dependencies {</a:t>
            </a:r>
          </a:p>
          <a:p>
            <a:r>
              <a:rPr lang="en-US" dirty="0"/>
              <a:t>    implementation "androidx.room:room-runtime:2.6.1"</a:t>
            </a:r>
          </a:p>
          <a:p>
            <a:r>
              <a:rPr lang="en-US" dirty="0"/>
              <a:t>    </a:t>
            </a:r>
            <a:r>
              <a:rPr lang="en-US" dirty="0" err="1"/>
              <a:t>annotationProcessor</a:t>
            </a:r>
            <a:r>
              <a:rPr lang="en-US" dirty="0"/>
              <a:t> "androidx.room:room-compiler:2.6.1"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4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AAB4-CF52-6BBE-422D-1B6958D9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Entity (student.java)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EECE-ADEF-A659-29B2-098711BC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@Entity(tableName = "students")</a:t>
            </a:r>
          </a:p>
          <a:p>
            <a:pPr marL="0" indent="0">
              <a:buNone/>
            </a:pPr>
            <a:r>
              <a:rPr lang="en-US" dirty="0"/>
              <a:t>public class Student {</a:t>
            </a:r>
          </a:p>
          <a:p>
            <a:pPr marL="0" indent="0">
              <a:buNone/>
            </a:pPr>
            <a:r>
              <a:rPr lang="en-US" dirty="0"/>
              <a:t>    @PrimaryKey(autoGenerate = true)</a:t>
            </a:r>
          </a:p>
          <a:p>
            <a:pPr marL="0" indent="0">
              <a:buNone/>
            </a:pPr>
            <a:r>
              <a:rPr lang="en-US" dirty="0"/>
              <a:t>    public int id;</a:t>
            </a:r>
          </a:p>
          <a:p>
            <a:pPr marL="0" indent="0">
              <a:buNone/>
            </a:pPr>
            <a:r>
              <a:rPr lang="en-US" dirty="0"/>
              <a:t>    @ColumnInfo(name = "</a:t>
            </a:r>
            <a:r>
              <a:rPr lang="en-US" dirty="0" err="1"/>
              <a:t>student_name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    public String name;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@ColumnInfo(name = "</a:t>
            </a:r>
            <a:r>
              <a:rPr lang="en-US" dirty="0" err="1"/>
              <a:t>student_class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className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public Student(String name, String </a:t>
            </a:r>
            <a:r>
              <a:rPr lang="en-US" dirty="0" err="1"/>
              <a:t>className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this.name = name;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this.className</a:t>
            </a:r>
            <a:r>
              <a:rPr lang="en-US" dirty="0"/>
              <a:t> = </a:t>
            </a:r>
            <a:r>
              <a:rPr lang="en-US" dirty="0" err="1"/>
              <a:t>className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1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CAF7-94F9-5866-8E86-21C7905D8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(Data Access Object)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C199F-3C7F-237F-8850-AB206E85D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@Dao</a:t>
            </a:r>
          </a:p>
          <a:p>
            <a:r>
              <a:rPr lang="en-US" dirty="0"/>
              <a:t>public interface </a:t>
            </a:r>
            <a:r>
              <a:rPr lang="en-US" dirty="0" err="1"/>
              <a:t>StudentDao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@Insert</a:t>
            </a:r>
          </a:p>
          <a:p>
            <a:r>
              <a:rPr lang="en-US" dirty="0"/>
              <a:t>    void </a:t>
            </a:r>
            <a:r>
              <a:rPr lang="en-US" dirty="0" err="1"/>
              <a:t>insertStudent</a:t>
            </a:r>
            <a:r>
              <a:rPr lang="en-US" dirty="0"/>
              <a:t>(Student student);</a:t>
            </a:r>
          </a:p>
          <a:p>
            <a:endParaRPr lang="en-US" dirty="0"/>
          </a:p>
          <a:p>
            <a:r>
              <a:rPr lang="en-US" dirty="0"/>
              <a:t>    @Query("SELECT * FROM students")</a:t>
            </a:r>
          </a:p>
          <a:p>
            <a:r>
              <a:rPr lang="en-US" dirty="0"/>
              <a:t>    List&lt;Student&gt; </a:t>
            </a:r>
            <a:r>
              <a:rPr lang="en-US" dirty="0" err="1"/>
              <a:t>getAllStudents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@Delete</a:t>
            </a:r>
          </a:p>
          <a:p>
            <a:r>
              <a:rPr lang="en-US" dirty="0"/>
              <a:t>    void </a:t>
            </a:r>
            <a:r>
              <a:rPr lang="en-US" dirty="0" err="1"/>
              <a:t>deleteStudent</a:t>
            </a:r>
            <a:r>
              <a:rPr lang="en-US" dirty="0"/>
              <a:t>(Student student);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3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E688-D69D-AD51-5678-D840072B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RoomDatabase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28C4-2330-8EFA-9C37-AEE194409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@Database(entities = {</a:t>
            </a:r>
            <a:r>
              <a:rPr lang="en-US" dirty="0" err="1"/>
              <a:t>Student.class</a:t>
            </a:r>
            <a:r>
              <a:rPr lang="en-US" dirty="0"/>
              <a:t>}, version = 1)</a:t>
            </a:r>
          </a:p>
          <a:p>
            <a:r>
              <a:rPr lang="en-US" dirty="0"/>
              <a:t>public abstract class </a:t>
            </a:r>
            <a:r>
              <a:rPr lang="en-US" dirty="0" err="1"/>
              <a:t>StudentDatabase</a:t>
            </a:r>
            <a:r>
              <a:rPr lang="en-US" dirty="0"/>
              <a:t> extends </a:t>
            </a:r>
            <a:r>
              <a:rPr lang="en-US" dirty="0" err="1"/>
              <a:t>RoomDatabase</a:t>
            </a:r>
            <a:r>
              <a:rPr lang="en-US" dirty="0"/>
              <a:t> {</a:t>
            </a:r>
          </a:p>
          <a:p>
            <a:r>
              <a:rPr lang="en-US" dirty="0"/>
              <a:t>    private static </a:t>
            </a:r>
            <a:r>
              <a:rPr lang="en-US" dirty="0" err="1"/>
              <a:t>StudentDatabase</a:t>
            </a:r>
            <a:r>
              <a:rPr lang="en-US" dirty="0"/>
              <a:t> INSTANCE;</a:t>
            </a:r>
          </a:p>
          <a:p>
            <a:r>
              <a:rPr lang="en-US" dirty="0"/>
              <a:t>    public abstract </a:t>
            </a:r>
            <a:r>
              <a:rPr lang="en-US" dirty="0" err="1"/>
              <a:t>StudentDao</a:t>
            </a:r>
            <a:r>
              <a:rPr lang="en-US" dirty="0"/>
              <a:t> </a:t>
            </a:r>
            <a:r>
              <a:rPr lang="en-US" dirty="0" err="1"/>
              <a:t>studentDao</a:t>
            </a:r>
            <a:r>
              <a:rPr lang="en-US" dirty="0"/>
              <a:t>();</a:t>
            </a:r>
          </a:p>
          <a:p>
            <a:r>
              <a:rPr lang="en-US" dirty="0"/>
              <a:t>    public static synchronized </a:t>
            </a:r>
            <a:r>
              <a:rPr lang="en-US" dirty="0" err="1"/>
              <a:t>StudentDatabase</a:t>
            </a:r>
            <a:r>
              <a:rPr lang="en-US" dirty="0"/>
              <a:t> </a:t>
            </a:r>
            <a:r>
              <a:rPr lang="en-US" dirty="0" err="1"/>
              <a:t>getInstance</a:t>
            </a:r>
            <a:r>
              <a:rPr lang="en-US" dirty="0"/>
              <a:t>(Context context) {</a:t>
            </a:r>
          </a:p>
          <a:p>
            <a:r>
              <a:rPr lang="en-US" dirty="0"/>
              <a:t>        if (INSTANCE == null) {</a:t>
            </a:r>
          </a:p>
          <a:p>
            <a:r>
              <a:rPr lang="en-US" dirty="0"/>
              <a:t>            INSTANCE = </a:t>
            </a:r>
            <a:r>
              <a:rPr lang="en-US" dirty="0" err="1"/>
              <a:t>Room.databaseBuilder</a:t>
            </a:r>
            <a:r>
              <a:rPr lang="en-US" dirty="0"/>
              <a:t>(</a:t>
            </a:r>
            <a:r>
              <a:rPr lang="en-US" dirty="0" err="1"/>
              <a:t>context.getApplicationContext</a:t>
            </a:r>
            <a:r>
              <a:rPr lang="en-US" dirty="0"/>
              <a:t>(),</a:t>
            </a:r>
          </a:p>
          <a:p>
            <a:r>
              <a:rPr lang="en-US" dirty="0"/>
              <a:t>                    </a:t>
            </a:r>
            <a:r>
              <a:rPr lang="en-US" dirty="0" err="1"/>
              <a:t>StudentDatabase.class</a:t>
            </a:r>
            <a:r>
              <a:rPr lang="en-US" dirty="0"/>
              <a:t>, "</a:t>
            </a:r>
            <a:r>
              <a:rPr lang="en-US" dirty="0" err="1"/>
              <a:t>student_db</a:t>
            </a:r>
            <a:r>
              <a:rPr lang="en-US" dirty="0"/>
              <a:t>")</a:t>
            </a:r>
          </a:p>
          <a:p>
            <a:r>
              <a:rPr lang="en-US" dirty="0"/>
              <a:t>                    .</a:t>
            </a:r>
            <a:r>
              <a:rPr lang="en-US" dirty="0" err="1"/>
              <a:t>fallbackToDestructiveMigration</a:t>
            </a:r>
            <a:r>
              <a:rPr lang="en-US" dirty="0"/>
              <a:t>()</a:t>
            </a:r>
          </a:p>
          <a:p>
            <a:r>
              <a:rPr lang="en-US" dirty="0"/>
              <a:t>                    .build();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INSTANCE;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69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91A7-CC78-F1FC-86DE-0D06CCD5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1019020" cy="518176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Practical: UI Design (XML Layout) activity_main.xml</a:t>
            </a:r>
            <a:br>
              <a:rPr lang="en-US" sz="3100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75510-8F22-9D08-73AD-F1BBCBBEC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12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etName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Student Name"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etClass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Class"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&lt;Button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btnSave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="Save Student"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</a:t>
            </a:r>
            <a:r>
              <a:rPr lang="en-US" dirty="0" err="1"/>
              <a:t>ListView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listViewStudents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29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BEF9-4FFE-E6B8-392D-F1A41455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9196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Practical: </a:t>
            </a:r>
            <a:r>
              <a:rPr lang="en-US" dirty="0" err="1"/>
              <a:t>MainActivity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9D506-CEBF-D90A-5F76-B973C5F3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etName</a:t>
            </a:r>
            <a:r>
              <a:rPr lang="en-US" dirty="0"/>
              <a:t>, </a:t>
            </a:r>
            <a:r>
              <a:rPr lang="en-US" dirty="0" err="1"/>
              <a:t>etClass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Button </a:t>
            </a:r>
            <a:r>
              <a:rPr lang="en-US" dirty="0" err="1"/>
              <a:t>btnSave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StudentDatabase</a:t>
            </a:r>
            <a:r>
              <a:rPr lang="en-US" dirty="0"/>
              <a:t> database;</a:t>
            </a:r>
          </a:p>
          <a:p>
            <a:pPr marL="0" indent="0">
              <a:buNone/>
            </a:pPr>
            <a:r>
              <a:rPr lang="en-US" dirty="0"/>
              <a:t>    List&lt;Student&gt; </a:t>
            </a:r>
            <a:r>
              <a:rPr lang="en-US" dirty="0" err="1"/>
              <a:t>studentList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ArrayAdapter</a:t>
            </a:r>
            <a:r>
              <a:rPr lang="en-US" dirty="0"/>
              <a:t>&lt;String&gt; adapter;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etName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etClass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R.id.etClass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btnSave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R.id.btnSave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listView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R.id.listViewStudents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database = </a:t>
            </a:r>
            <a:r>
              <a:rPr lang="en-US" dirty="0" err="1"/>
              <a:t>StudentDatabase.getInstance</a:t>
            </a:r>
            <a:r>
              <a:rPr lang="en-US" dirty="0"/>
              <a:t>(this);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btnSave.setOnClickListener</a:t>
            </a:r>
            <a:r>
              <a:rPr lang="en-US" dirty="0"/>
              <a:t>(v -&gt; </a:t>
            </a:r>
            <a:r>
              <a:rPr lang="en-US" dirty="0" err="1"/>
              <a:t>saveStudent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loadStudents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8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B2BC-CB0A-857C-B322-11D791C5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Insert Data into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8FE0-5F23-AD32-9FCC-CEE0856F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private void </a:t>
            </a:r>
            <a:r>
              <a:rPr lang="en-US" dirty="0" err="1"/>
              <a:t>saveStudent</a:t>
            </a:r>
            <a:r>
              <a:rPr lang="en-US" dirty="0"/>
              <a:t>() {</a:t>
            </a:r>
          </a:p>
          <a:p>
            <a:r>
              <a:rPr lang="en-US" dirty="0"/>
              <a:t>    String name = </a:t>
            </a:r>
            <a:r>
              <a:rPr lang="en-US" dirty="0" err="1"/>
              <a:t>etName.getText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r>
              <a:rPr lang="en-US" dirty="0"/>
              <a:t>    String </a:t>
            </a:r>
            <a:r>
              <a:rPr lang="en-US" dirty="0" err="1"/>
              <a:t>className</a:t>
            </a:r>
            <a:r>
              <a:rPr lang="en-US" dirty="0"/>
              <a:t> = </a:t>
            </a:r>
            <a:r>
              <a:rPr lang="en-US" dirty="0" err="1"/>
              <a:t>etClass.getText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Student </a:t>
            </a:r>
            <a:r>
              <a:rPr lang="en-US" dirty="0" err="1"/>
              <a:t>student</a:t>
            </a:r>
            <a:r>
              <a:rPr lang="en-US" dirty="0"/>
              <a:t> = new Student(name, </a:t>
            </a:r>
            <a:r>
              <a:rPr lang="en-US" dirty="0" err="1"/>
              <a:t>className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new Thread(() -&gt; {</a:t>
            </a:r>
          </a:p>
          <a:p>
            <a:r>
              <a:rPr lang="en-US" dirty="0"/>
              <a:t>        </a:t>
            </a:r>
            <a:r>
              <a:rPr lang="en-US" dirty="0" err="1"/>
              <a:t>database.studentDao</a:t>
            </a:r>
            <a:r>
              <a:rPr lang="en-US" dirty="0"/>
              <a:t>().</a:t>
            </a:r>
            <a:r>
              <a:rPr lang="en-US" dirty="0" err="1"/>
              <a:t>insertStudent</a:t>
            </a:r>
            <a:r>
              <a:rPr lang="en-US" dirty="0"/>
              <a:t>(student);</a:t>
            </a:r>
          </a:p>
          <a:p>
            <a:r>
              <a:rPr lang="en-US" dirty="0"/>
              <a:t>        </a:t>
            </a:r>
            <a:r>
              <a:rPr lang="en-US" dirty="0" err="1"/>
              <a:t>runOnUiThread</a:t>
            </a:r>
            <a:r>
              <a:rPr lang="en-US" dirty="0"/>
              <a:t>(this::</a:t>
            </a:r>
            <a:r>
              <a:rPr lang="en-US" dirty="0" err="1"/>
              <a:t>loadStudents</a:t>
            </a:r>
            <a:r>
              <a:rPr lang="en-US" dirty="0"/>
              <a:t>);</a:t>
            </a:r>
          </a:p>
          <a:p>
            <a:r>
              <a:rPr lang="en-US" dirty="0"/>
              <a:t>    }).start();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12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432E-6E34-DD0A-C91C-09ABE0550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Load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80D1-60C1-09A5-5514-F08D3A56D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private void </a:t>
            </a:r>
            <a:r>
              <a:rPr lang="en-US" dirty="0" err="1"/>
              <a:t>loadStudents</a:t>
            </a:r>
            <a:r>
              <a:rPr lang="en-US" dirty="0"/>
              <a:t>() {</a:t>
            </a:r>
          </a:p>
          <a:p>
            <a:r>
              <a:rPr lang="en-US" dirty="0"/>
              <a:t>    new Thread(() -&gt; {</a:t>
            </a:r>
          </a:p>
          <a:p>
            <a:r>
              <a:rPr lang="en-US" dirty="0"/>
              <a:t>        </a:t>
            </a:r>
            <a:r>
              <a:rPr lang="en-US" dirty="0" err="1"/>
              <a:t>studentList</a:t>
            </a:r>
            <a:r>
              <a:rPr lang="en-US" dirty="0"/>
              <a:t> = </a:t>
            </a:r>
            <a:r>
              <a:rPr lang="en-US" dirty="0" err="1"/>
              <a:t>database.studentDao</a:t>
            </a:r>
            <a:r>
              <a:rPr lang="en-US" dirty="0"/>
              <a:t>().</a:t>
            </a:r>
            <a:r>
              <a:rPr lang="en-US" dirty="0" err="1"/>
              <a:t>getAllStudents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List&lt;String&gt; </a:t>
            </a:r>
            <a:r>
              <a:rPr lang="en-US" dirty="0" err="1"/>
              <a:t>displayList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dirty="0"/>
              <a:t>        for (Student s : </a:t>
            </a:r>
            <a:r>
              <a:rPr lang="en-US" dirty="0" err="1"/>
              <a:t>studentList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displayList.add</a:t>
            </a:r>
            <a:r>
              <a:rPr lang="en-US" dirty="0"/>
              <a:t>(s.id + " - " + s.name + " (" + </a:t>
            </a:r>
            <a:r>
              <a:rPr lang="en-US" dirty="0" err="1"/>
              <a:t>s.className</a:t>
            </a:r>
            <a:r>
              <a:rPr lang="en-US" dirty="0"/>
              <a:t> + ")");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runOnUiThread</a:t>
            </a:r>
            <a:r>
              <a:rPr lang="en-US" dirty="0"/>
              <a:t>(() -&gt; {</a:t>
            </a:r>
          </a:p>
          <a:p>
            <a:r>
              <a:rPr lang="en-US" dirty="0"/>
              <a:t>            adapter = new </a:t>
            </a:r>
            <a:r>
              <a:rPr lang="en-US" dirty="0" err="1"/>
              <a:t>ArrayAdapter</a:t>
            </a:r>
            <a:r>
              <a:rPr lang="en-US" dirty="0"/>
              <a:t>&lt;&gt;(this, android.R.layout.simple_list_item_1, </a:t>
            </a:r>
            <a:r>
              <a:rPr lang="en-US" dirty="0" err="1"/>
              <a:t>displayList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listView.setAdapter</a:t>
            </a:r>
            <a:r>
              <a:rPr lang="en-US" dirty="0"/>
              <a:t>(adapter);</a:t>
            </a:r>
          </a:p>
          <a:p>
            <a:r>
              <a:rPr lang="en-US" dirty="0"/>
              <a:t>        });</a:t>
            </a:r>
          </a:p>
          <a:p>
            <a:endParaRPr lang="en-US" dirty="0"/>
          </a:p>
          <a:p>
            <a:r>
              <a:rPr lang="en-US" dirty="0"/>
              <a:t>    }).start();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50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59CC-1FB5-AF79-85D1-8092A0B3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Data Using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864A-725B-F754-1474-4FDC7125F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@Update</a:t>
            </a:r>
          </a:p>
          <a:p>
            <a:r>
              <a:rPr lang="en-US" dirty="0"/>
              <a:t>void </a:t>
            </a:r>
            <a:r>
              <a:rPr lang="en-US" dirty="0" err="1"/>
              <a:t>updateStudent</a:t>
            </a:r>
            <a:r>
              <a:rPr lang="en-US" dirty="0"/>
              <a:t>(Student student);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67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3EB4-EFB3-A29A-0E61-5701F012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Data Using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1F7F-38A2-D172-8DCB-D72724F23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@Delete</a:t>
            </a:r>
          </a:p>
          <a:p>
            <a:r>
              <a:rPr lang="en-US" dirty="0"/>
              <a:t>void </a:t>
            </a:r>
            <a:r>
              <a:rPr lang="en-US" dirty="0" err="1"/>
              <a:t>deleteStudent</a:t>
            </a:r>
            <a:r>
              <a:rPr lang="en-US" dirty="0"/>
              <a:t>(Student student);</a:t>
            </a:r>
          </a:p>
          <a:p>
            <a:endParaRPr lang="en-US" dirty="0"/>
          </a:p>
          <a:p>
            <a:r>
              <a:rPr lang="en-US" dirty="0"/>
              <a:t>Student s = </a:t>
            </a:r>
            <a:r>
              <a:rPr lang="en-US" dirty="0" err="1"/>
              <a:t>studentList.get</a:t>
            </a:r>
            <a:r>
              <a:rPr lang="en-US" dirty="0"/>
              <a:t>(0);</a:t>
            </a:r>
          </a:p>
          <a:p>
            <a:r>
              <a:rPr lang="en-US" dirty="0" err="1"/>
              <a:t>database.studentDao</a:t>
            </a:r>
            <a:r>
              <a:rPr lang="en-US" dirty="0"/>
              <a:t>().</a:t>
            </a:r>
            <a:r>
              <a:rPr lang="en-US" dirty="0" err="1"/>
              <a:t>deleteStudent</a:t>
            </a:r>
            <a:r>
              <a:rPr lang="en-US" dirty="0"/>
              <a:t>(s);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3E35-0732-A408-A856-EF78A9F8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Query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78AB-947D-8783-0333-7A27C199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@Query("SELECT * FROM students WHERE </a:t>
            </a:r>
            <a:r>
              <a:rPr lang="en-US" dirty="0" err="1"/>
              <a:t>student_class</a:t>
            </a:r>
            <a:r>
              <a:rPr lang="en-US" dirty="0"/>
              <a:t> = :</a:t>
            </a:r>
            <a:r>
              <a:rPr lang="en-US" dirty="0" err="1"/>
              <a:t>className</a:t>
            </a:r>
            <a:r>
              <a:rPr lang="en-US" dirty="0"/>
              <a:t>")</a:t>
            </a:r>
          </a:p>
          <a:p>
            <a:r>
              <a:rPr lang="en-US" dirty="0"/>
              <a:t>List&lt;Student&gt; </a:t>
            </a:r>
            <a:r>
              <a:rPr lang="en-US" dirty="0" err="1"/>
              <a:t>findByClass</a:t>
            </a:r>
            <a:r>
              <a:rPr lang="en-US" dirty="0"/>
              <a:t>(String </a:t>
            </a:r>
            <a:r>
              <a:rPr lang="en-US" dirty="0" err="1"/>
              <a:t>className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@Query("DELETE FROM students")</a:t>
            </a:r>
          </a:p>
          <a:p>
            <a:r>
              <a:rPr lang="en-US" dirty="0"/>
              <a:t>void </a:t>
            </a:r>
            <a:r>
              <a:rPr lang="en-US" dirty="0" err="1"/>
              <a:t>deleteAll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50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D43A-F19C-3400-394F-93B26935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with </a:t>
            </a:r>
            <a:r>
              <a:rPr lang="en-US" dirty="0" err="1"/>
              <a:t>RecyclerView</a:t>
            </a:r>
            <a:r>
              <a:rPr lang="en-US" dirty="0"/>
              <a:t>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B3F1-96C5-A549-106D-DA8DFB81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RecyclerView</a:t>
            </a:r>
            <a:r>
              <a:rPr lang="en-US" dirty="0"/>
              <a:t>?</a:t>
            </a:r>
          </a:p>
          <a:p>
            <a:r>
              <a:rPr lang="en-US" dirty="0"/>
              <a:t>Fast loading</a:t>
            </a:r>
          </a:p>
          <a:p>
            <a:r>
              <a:rPr lang="en-US" dirty="0"/>
              <a:t>Dynamic list</a:t>
            </a:r>
          </a:p>
          <a:p>
            <a:r>
              <a:rPr lang="en-US" dirty="0" err="1"/>
              <a:t>ViewHolder</a:t>
            </a:r>
            <a:r>
              <a:rPr lang="en-US" dirty="0"/>
              <a:t> pattern</a:t>
            </a:r>
          </a:p>
          <a:p>
            <a:r>
              <a:rPr lang="en-US" dirty="0"/>
              <a:t>Steps:</a:t>
            </a:r>
          </a:p>
          <a:p>
            <a:r>
              <a:rPr lang="en-US" dirty="0"/>
              <a:t>Create row layout</a:t>
            </a:r>
          </a:p>
          <a:p>
            <a:r>
              <a:rPr lang="en-US" dirty="0"/>
              <a:t>Create adapter</a:t>
            </a:r>
          </a:p>
          <a:p>
            <a:r>
              <a:rPr lang="en-US" dirty="0"/>
              <a:t>Bind data from Room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70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3C80-0332-BFED-AD20-7B7C2BAF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+ </a:t>
            </a:r>
            <a:r>
              <a:rPr lang="en-US" dirty="0" err="1"/>
              <a:t>ViewModel</a:t>
            </a:r>
            <a:r>
              <a:rPr lang="en-US" dirty="0"/>
              <a:t> + </a:t>
            </a:r>
            <a:r>
              <a:rPr lang="en-US" dirty="0" err="1"/>
              <a:t>LiveData</a:t>
            </a:r>
            <a:r>
              <a:rPr lang="en-US" dirty="0"/>
              <a:t> (Theory)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5BACC-EA28-9A80-AA68-D2950DCBC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LiveData</a:t>
            </a:r>
            <a:r>
              <a:rPr lang="en-US" dirty="0"/>
              <a:t> automatically updates UI when data changes.</a:t>
            </a:r>
          </a:p>
          <a:p>
            <a:r>
              <a:rPr lang="en-US" dirty="0"/>
              <a:t>Flow:</a:t>
            </a:r>
            <a:br>
              <a:rPr lang="en-US" dirty="0"/>
            </a:br>
            <a:r>
              <a:rPr lang="en-US" dirty="0"/>
              <a:t>Room → Repository → </a:t>
            </a:r>
            <a:r>
              <a:rPr lang="en-US" dirty="0" err="1"/>
              <a:t>ViewModel</a:t>
            </a:r>
            <a:r>
              <a:rPr lang="en-US" dirty="0"/>
              <a:t> → </a:t>
            </a:r>
            <a:r>
              <a:rPr lang="en-US" dirty="0" err="1"/>
              <a:t>LiveData</a:t>
            </a:r>
            <a:r>
              <a:rPr lang="en-US" dirty="0"/>
              <a:t> → UI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No memory leaks</a:t>
            </a:r>
          </a:p>
          <a:p>
            <a:r>
              <a:rPr lang="en-US" dirty="0"/>
              <a:t>Lifecycle-aware</a:t>
            </a:r>
          </a:p>
          <a:p>
            <a:r>
              <a:rPr lang="en-US" dirty="0"/>
              <a:t>Automatic UI updates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2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DBE-FAC9-F4E0-D42E-BA72D670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Migration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770A-A1CA-715F-C9AD-B8361C79D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.migration(new Migration(1,2)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void migrate(@NonNull </a:t>
            </a:r>
            <a:r>
              <a:rPr lang="en-US" dirty="0" err="1"/>
              <a:t>SupportSQLiteDatabase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db.execSQL</a:t>
            </a:r>
            <a:r>
              <a:rPr lang="en-US" dirty="0"/>
              <a:t>("ALTER TABLE students ADD COLUMN age INTEGER");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15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618F-9045-97DB-D64F-AF2703D1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383A0E-6338-4C59-B254-383B0DDF8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background threads for 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entities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use DAO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versioning properly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 RecyclerView instead of ListView</a:t>
            </a:r>
          </a:p>
        </p:txBody>
      </p:sp>
    </p:spTree>
    <p:extLst>
      <p:ext uri="{BB962C8B-B14F-4D97-AF65-F5344CB8AC3E}">
        <p14:creationId xmlns:p14="http://schemas.microsoft.com/office/powerpoint/2010/main" val="2082913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7843-214F-BA9E-F8FF-5B14A36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5F383-5CD7-0575-8238-E66C3642B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/app</a:t>
            </a:r>
          </a:p>
          <a:p>
            <a:r>
              <a:rPr lang="en-US" dirty="0"/>
              <a:t> ├── java</a:t>
            </a:r>
          </a:p>
          <a:p>
            <a:r>
              <a:rPr lang="en-US" dirty="0"/>
              <a:t> │   ├── entity</a:t>
            </a:r>
          </a:p>
          <a:p>
            <a:r>
              <a:rPr lang="en-US" dirty="0"/>
              <a:t> │   ├── dao</a:t>
            </a:r>
          </a:p>
          <a:p>
            <a:r>
              <a:rPr lang="en-US" dirty="0"/>
              <a:t> │   ├── database</a:t>
            </a:r>
          </a:p>
          <a:p>
            <a:r>
              <a:rPr lang="en-US" dirty="0"/>
              <a:t> │   ├── MainActivity.java</a:t>
            </a:r>
          </a:p>
          <a:p>
            <a:r>
              <a:rPr lang="en-US" dirty="0"/>
              <a:t> ├── res</a:t>
            </a:r>
          </a:p>
          <a:p>
            <a:r>
              <a:rPr lang="en-US" dirty="0"/>
              <a:t> │   ├── layout</a:t>
            </a:r>
          </a:p>
          <a:p>
            <a:r>
              <a:rPr lang="en-US" dirty="0"/>
              <a:t> │   │   └── activity_main.xml</a:t>
            </a:r>
          </a:p>
          <a:p>
            <a:r>
              <a:rPr lang="en-US" dirty="0"/>
              <a:t> └── AndroidManifest.xml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08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3478-98C4-439B-2C30-AAB4B22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DC9C-943C-CAD2-4022-2B73A77E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 of Room</a:t>
            </a:r>
          </a:p>
          <a:p>
            <a:r>
              <a:rPr lang="en-US" dirty="0"/>
              <a:t>Compile-time SQL validation</a:t>
            </a:r>
          </a:p>
          <a:p>
            <a:r>
              <a:rPr lang="en-US" dirty="0"/>
              <a:t>Simple annotations</a:t>
            </a:r>
          </a:p>
          <a:p>
            <a:r>
              <a:rPr lang="en-US" dirty="0"/>
              <a:t>Easy mapping of data</a:t>
            </a:r>
          </a:p>
          <a:p>
            <a:r>
              <a:rPr lang="en-US" dirty="0"/>
              <a:t>Works with modern Android architecture</a:t>
            </a:r>
          </a:p>
          <a:p>
            <a:r>
              <a:rPr lang="en-US" dirty="0"/>
              <a:t>Faster and safer than raw SQLite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29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C2CD-ABBB-0CA6-1C36-15790444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DE6D-1B57-A8B8-CC0E-6D75C1B94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  <a:p>
            <a:r>
              <a:rPr lang="en-US" dirty="0"/>
              <a:t>By completing this lecture, students understand:</a:t>
            </a:r>
          </a:p>
          <a:p>
            <a:r>
              <a:rPr lang="en-US" dirty="0"/>
              <a:t>✅ What is Room Library</a:t>
            </a:r>
            <a:br>
              <a:rPr lang="en-US" dirty="0"/>
            </a:br>
            <a:r>
              <a:rPr lang="en-US" dirty="0"/>
              <a:t>✅ How Entity, DAO, </a:t>
            </a:r>
            <a:r>
              <a:rPr lang="en-US" dirty="0" err="1"/>
              <a:t>RoomDatabase</a:t>
            </a:r>
            <a:r>
              <a:rPr lang="en-US" dirty="0"/>
              <a:t> work</a:t>
            </a:r>
            <a:br>
              <a:rPr lang="en-US" dirty="0"/>
            </a:br>
            <a:r>
              <a:rPr lang="en-US" dirty="0"/>
              <a:t>✅ How to perform Insert, Read, Update, Delete</a:t>
            </a:r>
            <a:br>
              <a:rPr lang="en-US" dirty="0"/>
            </a:br>
            <a:r>
              <a:rPr lang="en-US" dirty="0"/>
              <a:t>✅ How to connect Room with UI (XML + Java)</a:t>
            </a:r>
            <a:br>
              <a:rPr lang="en-US" dirty="0"/>
            </a:br>
            <a:r>
              <a:rPr lang="en-US" dirty="0"/>
              <a:t>✅ Best practices for real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57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412D-0F27-663A-51D8-0436CF2D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B6DA-94B8-6E57-4D49-41B88466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Android Project File List (Room Library Example)</a:t>
            </a:r>
          </a:p>
          <a:p>
            <a:r>
              <a:rPr lang="en-US" b="1" dirty="0"/>
              <a:t>✅ 1. Java Folder (Source Code Files)</a:t>
            </a:r>
          </a:p>
          <a:p>
            <a:r>
              <a:rPr lang="en-US" b="1" dirty="0"/>
              <a:t>Entity</a:t>
            </a:r>
          </a:p>
          <a:p>
            <a:r>
              <a:rPr lang="en-US" dirty="0"/>
              <a:t>Student.java</a:t>
            </a:r>
          </a:p>
          <a:p>
            <a:r>
              <a:rPr lang="en-US" b="1" dirty="0"/>
              <a:t>DAO (Data Access Object)</a:t>
            </a:r>
          </a:p>
          <a:p>
            <a:r>
              <a:rPr lang="en-US" dirty="0"/>
              <a:t>StudentDao.java</a:t>
            </a:r>
          </a:p>
          <a:p>
            <a:r>
              <a:rPr lang="en-US" b="1" dirty="0"/>
              <a:t>Database</a:t>
            </a:r>
          </a:p>
          <a:p>
            <a:r>
              <a:rPr lang="en-US" dirty="0"/>
              <a:t>StudentDatabase.java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62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466F-339E-8523-706C-2735A502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32E9-BCEC-EE0D-F471-DF8E2B7F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Activity</a:t>
            </a:r>
          </a:p>
          <a:p>
            <a:r>
              <a:rPr lang="en-US" dirty="0"/>
              <a:t>MainActivity.java</a:t>
            </a:r>
          </a:p>
          <a:p>
            <a:r>
              <a:rPr lang="en-US" b="1" dirty="0"/>
              <a:t>(Optional – if using </a:t>
            </a:r>
            <a:r>
              <a:rPr lang="en-US" b="1" dirty="0" err="1"/>
              <a:t>RecyclerView</a:t>
            </a:r>
            <a:r>
              <a:rPr lang="en-US" b="1" dirty="0"/>
              <a:t>)</a:t>
            </a:r>
          </a:p>
          <a:p>
            <a:r>
              <a:rPr lang="en-US" dirty="0"/>
              <a:t>StudentAdapter.java</a:t>
            </a:r>
          </a:p>
          <a:p>
            <a:r>
              <a:rPr lang="en-US" dirty="0"/>
              <a:t>StudentViewHolder.java</a:t>
            </a:r>
          </a:p>
          <a:p>
            <a:r>
              <a:rPr lang="en-US" b="1" dirty="0"/>
              <a:t>(Optional – if using MVVM Architecture)</a:t>
            </a:r>
          </a:p>
          <a:p>
            <a:r>
              <a:rPr lang="en-US" dirty="0"/>
              <a:t>StudentRepository.java</a:t>
            </a:r>
          </a:p>
          <a:p>
            <a:r>
              <a:rPr lang="en-US" dirty="0"/>
              <a:t>StudentViewModel.java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336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8BFC-502E-595E-C659-E1924A094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71A9-251D-C166-1051-6038204CB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b="1" dirty="0"/>
              <a:t>✅ 2. XML Layout Files (res/layout/)</a:t>
            </a:r>
          </a:p>
          <a:p>
            <a:r>
              <a:rPr lang="en-US" dirty="0"/>
              <a:t>activity_main.xml</a:t>
            </a:r>
          </a:p>
          <a:p>
            <a:r>
              <a:rPr lang="en-US" dirty="0"/>
              <a:t>row_student.xml </a:t>
            </a:r>
            <a:r>
              <a:rPr lang="en-US" i="1" dirty="0"/>
              <a:t>(Optional – for </a:t>
            </a:r>
            <a:r>
              <a:rPr lang="en-US" i="1" dirty="0" err="1"/>
              <a:t>RecyclerView</a:t>
            </a:r>
            <a:r>
              <a:rPr lang="en-US" i="1" dirty="0"/>
              <a:t>)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3. Manifest File</a:t>
            </a:r>
          </a:p>
          <a:p>
            <a:r>
              <a:rPr lang="en-US" dirty="0"/>
              <a:t>AndroidManifest.xml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4. Gradle (Important for Room Setup)</a:t>
            </a:r>
          </a:p>
          <a:p>
            <a:r>
              <a:rPr lang="en-US" b="1" dirty="0"/>
              <a:t>Project-level Gradle</a:t>
            </a:r>
          </a:p>
          <a:p>
            <a:r>
              <a:rPr lang="en-US" dirty="0" err="1"/>
              <a:t>build.gradle</a:t>
            </a:r>
            <a:r>
              <a:rPr lang="en-US" dirty="0"/>
              <a:t> </a:t>
            </a:r>
            <a:r>
              <a:rPr lang="en-US" i="1" dirty="0"/>
              <a:t>(Project)</a:t>
            </a:r>
            <a:endParaRPr lang="en-US" dirty="0"/>
          </a:p>
          <a:p>
            <a:r>
              <a:rPr lang="en-US" b="1" dirty="0"/>
              <a:t>App-level Gradle</a:t>
            </a:r>
          </a:p>
          <a:p>
            <a:r>
              <a:rPr lang="en-US" dirty="0" err="1"/>
              <a:t>build.gradle</a:t>
            </a:r>
            <a:r>
              <a:rPr lang="en-US" dirty="0"/>
              <a:t> </a:t>
            </a:r>
            <a:r>
              <a:rPr lang="en-US" i="1" dirty="0"/>
              <a:t>(Module: app)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137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173E-0F60-8934-11D9-FB746FE8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2A4C3-EFAF-20FA-EC5A-A3E05523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📌 Optional Additional Files (if using advanced features)</a:t>
            </a:r>
          </a:p>
          <a:p>
            <a:r>
              <a:rPr lang="en-US" b="1" dirty="0"/>
              <a:t>Navigation (if using Jetpack Navigation)</a:t>
            </a:r>
          </a:p>
          <a:p>
            <a:r>
              <a:rPr lang="en-US" dirty="0"/>
              <a:t>nav_graph.xml</a:t>
            </a:r>
          </a:p>
          <a:p>
            <a:r>
              <a:rPr lang="en-US" b="1" dirty="0"/>
              <a:t>Values Folder</a:t>
            </a:r>
          </a:p>
          <a:p>
            <a:r>
              <a:rPr lang="en-US" dirty="0"/>
              <a:t>colors.xml</a:t>
            </a:r>
          </a:p>
          <a:p>
            <a:r>
              <a:rPr lang="en-US" dirty="0"/>
              <a:t>strings.xml</a:t>
            </a:r>
          </a:p>
          <a:p>
            <a:r>
              <a:rPr lang="en-US" dirty="0"/>
              <a:t>themes.xml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17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026F-22F6-5E70-493E-40F4940D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95C1E-2779-A4EF-8F17-A56B3FCC6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Below is the </a:t>
            </a:r>
            <a:r>
              <a:rPr lang="en-US" b="1" dirty="0"/>
              <a:t>complete project code</a:t>
            </a:r>
            <a:r>
              <a:rPr lang="en-US" dirty="0"/>
              <a:t>, fully structured and in the </a:t>
            </a:r>
            <a:r>
              <a:rPr lang="en-US" b="1" dirty="0"/>
              <a:t>correct file order</a:t>
            </a:r>
            <a:r>
              <a:rPr lang="en-US" dirty="0"/>
              <a:t>, exactly as your Android Studio project will contain it.</a:t>
            </a:r>
          </a:p>
          <a:p>
            <a:r>
              <a:rPr lang="en-US" dirty="0"/>
              <a:t>This includes:</a:t>
            </a:r>
          </a:p>
          <a:p>
            <a:r>
              <a:rPr lang="en-US" dirty="0"/>
              <a:t>✅ Entity</a:t>
            </a:r>
            <a:br>
              <a:rPr lang="en-US" dirty="0"/>
            </a:br>
            <a:r>
              <a:rPr lang="en-US" dirty="0"/>
              <a:t>✅ DAO</a:t>
            </a:r>
            <a:br>
              <a:rPr lang="en-US" dirty="0"/>
            </a:br>
            <a:r>
              <a:rPr lang="en-US" dirty="0"/>
              <a:t>✅ Database</a:t>
            </a:r>
            <a:br>
              <a:rPr lang="en-US" dirty="0"/>
            </a:br>
            <a:r>
              <a:rPr lang="en-US" dirty="0"/>
              <a:t>✅ Activity (Java)</a:t>
            </a:r>
            <a:br>
              <a:rPr lang="en-US" dirty="0"/>
            </a:br>
            <a:r>
              <a:rPr lang="en-US" dirty="0"/>
              <a:t>✅ XML Layouts</a:t>
            </a:r>
            <a:br>
              <a:rPr lang="en-US" dirty="0"/>
            </a:br>
            <a:r>
              <a:rPr lang="en-US" dirty="0"/>
              <a:t>✅ Manifest</a:t>
            </a:r>
            <a:br>
              <a:rPr lang="en-US" dirty="0"/>
            </a:br>
            <a:r>
              <a:rPr lang="en-US" dirty="0"/>
              <a:t>✅ Gradle files</a:t>
            </a:r>
            <a:br>
              <a:rPr lang="en-US" dirty="0"/>
            </a:br>
            <a:r>
              <a:rPr lang="en-US" dirty="0"/>
              <a:t>✅ Optional </a:t>
            </a:r>
            <a:r>
              <a:rPr lang="en-US" dirty="0" err="1"/>
              <a:t>RecyclerView</a:t>
            </a:r>
            <a:r>
              <a:rPr lang="en-US" dirty="0"/>
              <a:t>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9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BC63-9959-746C-0645-F96AAE00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app/</a:t>
            </a:r>
            <a:r>
              <a:rPr lang="en-US" dirty="0" err="1"/>
              <a:t>build.gradle</a:t>
            </a:r>
            <a:r>
              <a:rPr lang="en-US" dirty="0"/>
              <a:t> (Module: app)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7F1F5-162B-544C-22EE-4A9563090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plugins {</a:t>
            </a:r>
          </a:p>
          <a:p>
            <a:r>
              <a:rPr lang="en-US" dirty="0"/>
              <a:t>    id '</a:t>
            </a:r>
            <a:r>
              <a:rPr lang="en-US" dirty="0" err="1"/>
              <a:t>com.android.application</a:t>
            </a:r>
            <a:r>
              <a:rPr lang="en-US" dirty="0"/>
              <a:t>'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android {</a:t>
            </a:r>
          </a:p>
          <a:p>
            <a:r>
              <a:rPr lang="en-US" dirty="0"/>
              <a:t>    namespace '</a:t>
            </a:r>
            <a:r>
              <a:rPr lang="en-US" dirty="0" err="1"/>
              <a:t>com.example.roomapp</a:t>
            </a:r>
            <a:r>
              <a:rPr lang="en-US" dirty="0"/>
              <a:t>'</a:t>
            </a:r>
          </a:p>
          <a:p>
            <a:r>
              <a:rPr lang="en-US" dirty="0"/>
              <a:t>    </a:t>
            </a:r>
            <a:r>
              <a:rPr lang="en-US" dirty="0" err="1"/>
              <a:t>compileSdk</a:t>
            </a:r>
            <a:r>
              <a:rPr lang="en-US" dirty="0"/>
              <a:t> 34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defaultConfig</a:t>
            </a:r>
            <a:r>
              <a:rPr lang="en-US" dirty="0"/>
              <a:t> {</a:t>
            </a:r>
          </a:p>
          <a:p>
            <a:r>
              <a:rPr lang="en-US" dirty="0"/>
              <a:t>        </a:t>
            </a:r>
            <a:r>
              <a:rPr lang="en-US" dirty="0" err="1"/>
              <a:t>applicationId</a:t>
            </a:r>
            <a:r>
              <a:rPr lang="en-US" dirty="0"/>
              <a:t> "</a:t>
            </a:r>
            <a:r>
              <a:rPr lang="en-US" dirty="0" err="1"/>
              <a:t>com.example.roomapp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minSdk</a:t>
            </a:r>
            <a:r>
              <a:rPr lang="en-US" dirty="0"/>
              <a:t> 24</a:t>
            </a:r>
          </a:p>
          <a:p>
            <a:r>
              <a:rPr lang="en-US" dirty="0"/>
              <a:t>        </a:t>
            </a:r>
            <a:r>
              <a:rPr lang="en-US" dirty="0" err="1"/>
              <a:t>targetSdk</a:t>
            </a:r>
            <a:r>
              <a:rPr lang="en-US" dirty="0"/>
              <a:t> 34</a:t>
            </a:r>
          </a:p>
          <a:p>
            <a:r>
              <a:rPr lang="en-US" dirty="0"/>
              <a:t>        </a:t>
            </a:r>
            <a:r>
              <a:rPr lang="en-US" dirty="0" err="1"/>
              <a:t>versionCode</a:t>
            </a:r>
            <a:r>
              <a:rPr lang="en-US" dirty="0"/>
              <a:t> 1</a:t>
            </a:r>
          </a:p>
          <a:p>
            <a:r>
              <a:rPr lang="en-US" dirty="0"/>
              <a:t>        </a:t>
            </a:r>
            <a:r>
              <a:rPr lang="en-US" dirty="0" err="1"/>
              <a:t>versionName</a:t>
            </a:r>
            <a:r>
              <a:rPr lang="en-US" dirty="0"/>
              <a:t> "1.0"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75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69C5-BFD7-0582-C4A0-2967788F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5B27-2DED-F82B-ED4E-5A836AAC1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buildTypes</a:t>
            </a:r>
            <a:r>
              <a:rPr lang="en-US" dirty="0"/>
              <a:t> {</a:t>
            </a:r>
          </a:p>
          <a:p>
            <a:r>
              <a:rPr lang="en-US" dirty="0"/>
              <a:t>        release {</a:t>
            </a:r>
          </a:p>
          <a:p>
            <a:r>
              <a:rPr lang="en-US" dirty="0"/>
              <a:t>            </a:t>
            </a:r>
            <a:r>
              <a:rPr lang="en-US" dirty="0" err="1"/>
              <a:t>minifyEnabled</a:t>
            </a:r>
            <a:r>
              <a:rPr lang="en-US" dirty="0"/>
              <a:t> false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dependencies {</a:t>
            </a:r>
          </a:p>
          <a:p>
            <a:r>
              <a:rPr lang="en-US" dirty="0"/>
              <a:t>    implementation "androidx.room:room-runtime:2.6.1"</a:t>
            </a:r>
          </a:p>
          <a:p>
            <a:r>
              <a:rPr lang="en-US" dirty="0"/>
              <a:t>    </a:t>
            </a:r>
            <a:r>
              <a:rPr lang="en-US" dirty="0" err="1"/>
              <a:t>annotationProcessor</a:t>
            </a:r>
            <a:r>
              <a:rPr lang="en-US" dirty="0"/>
              <a:t> "androidx.room:room-compiler:2.6.1"</a:t>
            </a:r>
          </a:p>
          <a:p>
            <a:endParaRPr lang="en-US" dirty="0"/>
          </a:p>
          <a:p>
            <a:r>
              <a:rPr lang="en-US" dirty="0"/>
              <a:t>    implementation 'androidx.appcompat:appcompat:1.6.1'</a:t>
            </a:r>
          </a:p>
          <a:p>
            <a:r>
              <a:rPr lang="en-US" dirty="0"/>
              <a:t>    implementation 'com.google.android.material:material:1.12.0'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0E5D-F5C3-CC21-46FB-658BDD1D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Student.java (Entity)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E2DE-6DC9-6337-C778-E4FDB7E9A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com.example.roomapp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androidx.room.ColumnInfo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androidx.room.Entity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androidx.room.PrimaryKey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@Entity(tableName = "students")</a:t>
            </a:r>
          </a:p>
          <a:p>
            <a:r>
              <a:rPr lang="en-US" dirty="0"/>
              <a:t>public class Student {</a:t>
            </a:r>
          </a:p>
          <a:p>
            <a:endParaRPr lang="en-US" dirty="0"/>
          </a:p>
          <a:p>
            <a:r>
              <a:rPr lang="en-US" dirty="0"/>
              <a:t>    @PrimaryKey(autoGenerate = true)</a:t>
            </a:r>
          </a:p>
          <a:p>
            <a:r>
              <a:rPr lang="en-US" dirty="0"/>
              <a:t>    public int id;</a:t>
            </a:r>
          </a:p>
          <a:p>
            <a:endParaRPr lang="en-US" dirty="0"/>
          </a:p>
          <a:p>
            <a:r>
              <a:rPr lang="en-US" dirty="0"/>
              <a:t>    @ColumnInfo(name = "</a:t>
            </a:r>
            <a:r>
              <a:rPr lang="en-US" dirty="0" err="1"/>
              <a:t>student_name</a:t>
            </a:r>
            <a:r>
              <a:rPr lang="en-US" dirty="0"/>
              <a:t>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876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1E83-A931-AA91-DE34-8486CE76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4885-B735-4E8C-F9E3-A941C82D8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public String name;</a:t>
            </a:r>
          </a:p>
          <a:p>
            <a:endParaRPr lang="en-US" dirty="0"/>
          </a:p>
          <a:p>
            <a:r>
              <a:rPr lang="en-US" dirty="0"/>
              <a:t>    @ColumnInfo(name = "</a:t>
            </a:r>
            <a:r>
              <a:rPr lang="en-US" dirty="0" err="1"/>
              <a:t>student_class</a:t>
            </a:r>
            <a:r>
              <a:rPr lang="en-US" dirty="0"/>
              <a:t>")</a:t>
            </a:r>
          </a:p>
          <a:p>
            <a:r>
              <a:rPr lang="en-US" dirty="0"/>
              <a:t>    public String </a:t>
            </a:r>
            <a:r>
              <a:rPr lang="en-US" dirty="0" err="1"/>
              <a:t>className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public Student(String name, String </a:t>
            </a:r>
            <a:r>
              <a:rPr lang="en-US" dirty="0" err="1"/>
              <a:t>className</a:t>
            </a:r>
            <a:r>
              <a:rPr lang="en-US" dirty="0"/>
              <a:t>) {</a:t>
            </a:r>
          </a:p>
          <a:p>
            <a:r>
              <a:rPr lang="en-US" dirty="0"/>
              <a:t>        this.name = name;</a:t>
            </a:r>
          </a:p>
          <a:p>
            <a:r>
              <a:rPr lang="en-US" dirty="0"/>
              <a:t>        </a:t>
            </a:r>
            <a:r>
              <a:rPr lang="en-US" dirty="0" err="1"/>
              <a:t>this.className</a:t>
            </a:r>
            <a:r>
              <a:rPr lang="en-US" dirty="0"/>
              <a:t> = </a:t>
            </a:r>
            <a:r>
              <a:rPr lang="en-US" dirty="0" err="1"/>
              <a:t>className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1306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CE9E-4413-6FEF-69B7-F66FFB97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StudentDao.java (DAO)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B24B-6D02-7097-62DA-3FE46E635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com.example.roomapp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androidx.room.Dao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androidx.room.Delete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androidx.room.Insert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androidx.room.Query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androidx.room.Update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@Dao</a:t>
            </a:r>
          </a:p>
          <a:p>
            <a:r>
              <a:rPr lang="en-US" dirty="0"/>
              <a:t>public interface </a:t>
            </a:r>
            <a:r>
              <a:rPr lang="en-US" dirty="0" err="1"/>
              <a:t>StudentDao</a:t>
            </a:r>
            <a:r>
              <a:rPr lang="en-US" dirty="0"/>
              <a:t> {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53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5EB9-71A6-E96E-AFB4-A0731901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3F02-4E08-EBF3-7980-29EE6900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@Insert</a:t>
            </a:r>
          </a:p>
          <a:p>
            <a:r>
              <a:rPr lang="en-US" dirty="0"/>
              <a:t>    void </a:t>
            </a:r>
            <a:r>
              <a:rPr lang="en-US" dirty="0" err="1"/>
              <a:t>insertStudent</a:t>
            </a:r>
            <a:r>
              <a:rPr lang="en-US" dirty="0"/>
              <a:t>(Student student);</a:t>
            </a:r>
          </a:p>
          <a:p>
            <a:endParaRPr lang="en-US" dirty="0"/>
          </a:p>
          <a:p>
            <a:r>
              <a:rPr lang="en-US" dirty="0"/>
              <a:t>    @Query("SELECT * FROM students")</a:t>
            </a:r>
          </a:p>
          <a:p>
            <a:r>
              <a:rPr lang="en-US" dirty="0"/>
              <a:t>    List&lt;Student&gt; </a:t>
            </a:r>
            <a:r>
              <a:rPr lang="en-US" dirty="0" err="1"/>
              <a:t>getAllStudents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@Update</a:t>
            </a:r>
          </a:p>
          <a:p>
            <a:r>
              <a:rPr lang="en-US" dirty="0"/>
              <a:t>    void </a:t>
            </a:r>
            <a:r>
              <a:rPr lang="en-US" dirty="0" err="1"/>
              <a:t>updateStudent</a:t>
            </a:r>
            <a:r>
              <a:rPr lang="en-US" dirty="0"/>
              <a:t>(Student student);</a:t>
            </a:r>
          </a:p>
          <a:p>
            <a:endParaRPr lang="en-US" dirty="0"/>
          </a:p>
          <a:p>
            <a:r>
              <a:rPr lang="en-US" dirty="0"/>
              <a:t>    @Delete</a:t>
            </a:r>
          </a:p>
          <a:p>
            <a:r>
              <a:rPr lang="en-US" dirty="0"/>
              <a:t>    void </a:t>
            </a:r>
            <a:r>
              <a:rPr lang="en-US" dirty="0" err="1"/>
              <a:t>deleteStudent</a:t>
            </a:r>
            <a:r>
              <a:rPr lang="en-US" dirty="0"/>
              <a:t>(Student student);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1054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3D5E-4871-5CA5-E523-D2145ED3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StudentDatabase.java (</a:t>
            </a:r>
            <a:r>
              <a:rPr lang="en-US" dirty="0" err="1"/>
              <a:t>RoomDatabase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41AF-728A-7581-AA97-905214E3B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com.example.roomapp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android.content.Context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androidx.room.Database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androidx.room.Room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androidx.room.RoomDatabase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@Database(entities = {</a:t>
            </a:r>
            <a:r>
              <a:rPr lang="en-US" dirty="0" err="1"/>
              <a:t>Student.class</a:t>
            </a:r>
            <a:r>
              <a:rPr lang="en-US" dirty="0"/>
              <a:t>}, version = 1)</a:t>
            </a:r>
          </a:p>
          <a:p>
            <a:r>
              <a:rPr lang="en-US" dirty="0"/>
              <a:t>public abstract class </a:t>
            </a:r>
            <a:r>
              <a:rPr lang="en-US" dirty="0" err="1"/>
              <a:t>StudentDatabase</a:t>
            </a:r>
            <a:r>
              <a:rPr lang="en-US" dirty="0"/>
              <a:t> extends </a:t>
            </a:r>
            <a:r>
              <a:rPr lang="en-US" dirty="0" err="1"/>
              <a:t>RoomDatabase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private static </a:t>
            </a:r>
            <a:r>
              <a:rPr lang="en-US" dirty="0" err="1"/>
              <a:t>StudentDatabase</a:t>
            </a:r>
            <a:r>
              <a:rPr lang="en-US" dirty="0"/>
              <a:t> INSTANCE;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93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A5F0-6609-8EDF-0BAA-ECB77D21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D4BF-6BFF-90AD-DB7E-7E21797E5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public abstract </a:t>
            </a:r>
            <a:r>
              <a:rPr lang="en-US" dirty="0" err="1"/>
              <a:t>StudentDao</a:t>
            </a:r>
            <a:r>
              <a:rPr lang="en-US" dirty="0"/>
              <a:t> </a:t>
            </a:r>
            <a:r>
              <a:rPr lang="en-US" dirty="0" err="1"/>
              <a:t>studentDao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public static synchronized </a:t>
            </a:r>
            <a:r>
              <a:rPr lang="en-US" dirty="0" err="1"/>
              <a:t>StudentDatabase</a:t>
            </a:r>
            <a:r>
              <a:rPr lang="en-US" dirty="0"/>
              <a:t> </a:t>
            </a:r>
            <a:r>
              <a:rPr lang="en-US" dirty="0" err="1"/>
              <a:t>getInstance</a:t>
            </a:r>
            <a:r>
              <a:rPr lang="en-US" dirty="0"/>
              <a:t>(Context context) {</a:t>
            </a:r>
          </a:p>
          <a:p>
            <a:r>
              <a:rPr lang="en-US" dirty="0"/>
              <a:t>        if (INSTANCE == null) {</a:t>
            </a:r>
          </a:p>
          <a:p>
            <a:r>
              <a:rPr lang="en-US" dirty="0"/>
              <a:t>            INSTANCE = </a:t>
            </a:r>
            <a:r>
              <a:rPr lang="en-US" dirty="0" err="1"/>
              <a:t>Room.databaseBuilder</a:t>
            </a:r>
            <a:r>
              <a:rPr lang="en-US" dirty="0"/>
              <a:t>(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context.getApplicationContext</a:t>
            </a:r>
            <a:r>
              <a:rPr lang="en-US" dirty="0"/>
              <a:t>(),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StudentDatabase.class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"</a:t>
            </a:r>
            <a:r>
              <a:rPr lang="en-US" dirty="0" err="1"/>
              <a:t>student_db</a:t>
            </a:r>
            <a:r>
              <a:rPr lang="en-US" dirty="0"/>
              <a:t>"</a:t>
            </a:r>
          </a:p>
          <a:p>
            <a:r>
              <a:rPr lang="en-US" dirty="0"/>
              <a:t>                    ).</a:t>
            </a:r>
            <a:r>
              <a:rPr lang="en-US" dirty="0" err="1"/>
              <a:t>fallbackToDestructiveMigration</a:t>
            </a:r>
            <a:r>
              <a:rPr lang="en-US" dirty="0"/>
              <a:t>()</a:t>
            </a:r>
          </a:p>
          <a:p>
            <a:r>
              <a:rPr lang="en-US" dirty="0"/>
              <a:t>                    .build();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INSTANCE;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309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6033-FD8F-6477-8201-C460C098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MainActivity.java (Main App Logic)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59DC-0052-CB00-9642-F0ED39536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com.example.roomapp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android.widget.ArrayAdapter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android.widget.Button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android.widget.EditText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android.widget.ListView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etName</a:t>
            </a:r>
            <a:r>
              <a:rPr lang="en-US" dirty="0"/>
              <a:t>, </a:t>
            </a:r>
            <a:r>
              <a:rPr lang="en-US" dirty="0" err="1"/>
              <a:t>etClass</a:t>
            </a:r>
            <a:r>
              <a:rPr lang="en-US" dirty="0"/>
              <a:t>;</a:t>
            </a:r>
          </a:p>
          <a:p>
            <a:r>
              <a:rPr lang="en-US" dirty="0"/>
              <a:t>    Button </a:t>
            </a:r>
            <a:r>
              <a:rPr lang="en-US" dirty="0" err="1"/>
              <a:t>btnSave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ListView</a:t>
            </a:r>
            <a:r>
              <a:rPr lang="en-US" dirty="0"/>
              <a:t> </a:t>
            </a:r>
            <a:r>
              <a:rPr lang="en-US" dirty="0" err="1"/>
              <a:t>listView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452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4CA35-7C48-E3AC-0B2B-31724C55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4498"/>
            <a:ext cx="10515600" cy="541246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 </a:t>
            </a:r>
            <a:r>
              <a:rPr lang="en-US" dirty="0" err="1"/>
              <a:t>StudentDatabase</a:t>
            </a:r>
            <a:r>
              <a:rPr lang="en-US" dirty="0"/>
              <a:t> database;</a:t>
            </a:r>
          </a:p>
          <a:p>
            <a:r>
              <a:rPr lang="en-US" dirty="0"/>
              <a:t>    List&lt;Student&gt; </a:t>
            </a:r>
            <a:r>
              <a:rPr lang="en-US" dirty="0" err="1"/>
              <a:t>studentList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ArrayAdapter</a:t>
            </a:r>
            <a:r>
              <a:rPr lang="en-US" dirty="0"/>
              <a:t>&lt;String&gt; adapter;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etName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R.id.etName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etClass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R.id.etClass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btnSave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R.id.btnSave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listView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R.id.listViewStudents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database = </a:t>
            </a:r>
            <a:r>
              <a:rPr lang="en-US" dirty="0" err="1"/>
              <a:t>StudentDatabase.getInstance</a:t>
            </a:r>
            <a:r>
              <a:rPr lang="en-US" dirty="0"/>
              <a:t>(this);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btnSave.setOnClickListener</a:t>
            </a:r>
            <a:r>
              <a:rPr lang="en-US" dirty="0"/>
              <a:t>(v -&gt; </a:t>
            </a:r>
            <a:r>
              <a:rPr lang="en-US" dirty="0" err="1"/>
              <a:t>saveStudent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dirty="0" err="1"/>
              <a:t>loadStudents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74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773B5-A83A-97F1-1691-5E699B33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1540"/>
            <a:ext cx="10515600" cy="4351338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    private void </a:t>
            </a:r>
            <a:r>
              <a:rPr lang="en-US" dirty="0" err="1"/>
              <a:t>saveStudent</a:t>
            </a:r>
            <a:r>
              <a:rPr lang="en-US" dirty="0"/>
              <a:t>() {</a:t>
            </a:r>
          </a:p>
          <a:p>
            <a:r>
              <a:rPr lang="en-US" dirty="0"/>
              <a:t>        String name = </a:t>
            </a:r>
            <a:r>
              <a:rPr lang="en-US" dirty="0" err="1"/>
              <a:t>etName.getText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r>
              <a:rPr lang="en-US" dirty="0"/>
              <a:t>        String </a:t>
            </a:r>
            <a:r>
              <a:rPr lang="en-US" dirty="0" err="1"/>
              <a:t>className</a:t>
            </a:r>
            <a:r>
              <a:rPr lang="en-US" dirty="0"/>
              <a:t> = </a:t>
            </a:r>
            <a:r>
              <a:rPr lang="en-US" dirty="0" err="1"/>
              <a:t>etClass.getText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Student(name, </a:t>
            </a:r>
            <a:r>
              <a:rPr lang="en-US" dirty="0" err="1"/>
              <a:t>className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new Thread(() -&gt; {</a:t>
            </a:r>
          </a:p>
          <a:p>
            <a:r>
              <a:rPr lang="en-US" dirty="0"/>
              <a:t>            </a:t>
            </a:r>
            <a:r>
              <a:rPr lang="en-US" dirty="0" err="1"/>
              <a:t>database.studentDao</a:t>
            </a:r>
            <a:r>
              <a:rPr lang="en-US" dirty="0"/>
              <a:t>().</a:t>
            </a:r>
            <a:r>
              <a:rPr lang="en-US" dirty="0" err="1"/>
              <a:t>insertStudent</a:t>
            </a:r>
            <a:r>
              <a:rPr lang="en-US" dirty="0"/>
              <a:t>(student);</a:t>
            </a:r>
          </a:p>
          <a:p>
            <a:r>
              <a:rPr lang="en-US" dirty="0"/>
              <a:t>            </a:t>
            </a:r>
            <a:r>
              <a:rPr lang="en-US" dirty="0" err="1"/>
              <a:t>runOnUiThread</a:t>
            </a:r>
            <a:r>
              <a:rPr lang="en-US" dirty="0"/>
              <a:t>(this::</a:t>
            </a:r>
            <a:r>
              <a:rPr lang="en-US" dirty="0" err="1"/>
              <a:t>loadStudents</a:t>
            </a:r>
            <a:r>
              <a:rPr lang="en-US" dirty="0"/>
              <a:t>);</a:t>
            </a:r>
          </a:p>
          <a:p>
            <a:r>
              <a:rPr lang="en-US" dirty="0"/>
              <a:t>        }).start();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private void </a:t>
            </a:r>
            <a:r>
              <a:rPr lang="en-US" dirty="0" err="1"/>
              <a:t>loadStudents</a:t>
            </a:r>
            <a:r>
              <a:rPr lang="en-US" dirty="0"/>
              <a:t>() {</a:t>
            </a:r>
          </a:p>
          <a:p>
            <a:r>
              <a:rPr lang="en-US" dirty="0"/>
              <a:t>        new Thread(() -&gt; {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20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5547-A7F6-A21A-CE28-F74706BFA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 </a:t>
            </a:r>
            <a:r>
              <a:rPr lang="en-US" dirty="0" err="1"/>
              <a:t>studentList</a:t>
            </a:r>
            <a:r>
              <a:rPr lang="en-US" dirty="0"/>
              <a:t> = </a:t>
            </a:r>
            <a:r>
              <a:rPr lang="en-US" dirty="0" err="1"/>
              <a:t>database.studentDao</a:t>
            </a:r>
            <a:r>
              <a:rPr lang="en-US" dirty="0"/>
              <a:t>().</a:t>
            </a:r>
            <a:r>
              <a:rPr lang="en-US" dirty="0" err="1"/>
              <a:t>getAllStudents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List&lt;String&gt; </a:t>
            </a:r>
            <a:r>
              <a:rPr lang="en-US" dirty="0" err="1"/>
              <a:t>displayList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dirty="0"/>
              <a:t>            for (Student s : </a:t>
            </a:r>
            <a:r>
              <a:rPr lang="en-US" dirty="0" err="1"/>
              <a:t>studentList</a:t>
            </a:r>
            <a:r>
              <a:rPr lang="en-US" dirty="0"/>
              <a:t>) {</a:t>
            </a:r>
          </a:p>
          <a:p>
            <a:r>
              <a:rPr lang="en-US" dirty="0"/>
              <a:t>                </a:t>
            </a:r>
            <a:r>
              <a:rPr lang="en-US" dirty="0" err="1"/>
              <a:t>displayList.add</a:t>
            </a:r>
            <a:r>
              <a:rPr lang="en-US" dirty="0"/>
              <a:t>(s.id + " - " + s.name + " (" + </a:t>
            </a:r>
            <a:r>
              <a:rPr lang="en-US" dirty="0" err="1"/>
              <a:t>s.className</a:t>
            </a:r>
            <a:r>
              <a:rPr lang="en-US" dirty="0"/>
              <a:t> + ")");</a:t>
            </a:r>
          </a:p>
          <a:p>
            <a:r>
              <a:rPr lang="en-US" dirty="0"/>
              <a:t>            }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runOnUiThread</a:t>
            </a:r>
            <a:r>
              <a:rPr lang="en-US" dirty="0"/>
              <a:t>(() -&gt; {</a:t>
            </a:r>
          </a:p>
          <a:p>
            <a:r>
              <a:rPr lang="en-US" dirty="0"/>
              <a:t>                adapter = new </a:t>
            </a:r>
            <a:r>
              <a:rPr lang="en-US" dirty="0" err="1"/>
              <a:t>ArrayAdapter</a:t>
            </a:r>
            <a:r>
              <a:rPr lang="en-US" dirty="0"/>
              <a:t>&lt;&gt;(this,</a:t>
            </a:r>
          </a:p>
          <a:p>
            <a:r>
              <a:rPr lang="en-US" dirty="0"/>
              <a:t>                        android.R.layout.simple_list_item_1, </a:t>
            </a:r>
            <a:r>
              <a:rPr lang="en-US" dirty="0" err="1"/>
              <a:t>displayList</a:t>
            </a:r>
            <a:r>
              <a:rPr lang="en-US" dirty="0"/>
              <a:t>);</a:t>
            </a:r>
          </a:p>
          <a:p>
            <a:r>
              <a:rPr lang="en-US" dirty="0"/>
              <a:t>                </a:t>
            </a:r>
            <a:r>
              <a:rPr lang="en-US" dirty="0" err="1"/>
              <a:t>listView.setAdapter</a:t>
            </a:r>
            <a:r>
              <a:rPr lang="en-US" dirty="0"/>
              <a:t>(adapter);</a:t>
            </a:r>
          </a:p>
          <a:p>
            <a:r>
              <a:rPr lang="en-US" dirty="0"/>
              <a:t>            });</a:t>
            </a:r>
          </a:p>
          <a:p>
            <a:endParaRPr lang="en-US" dirty="0"/>
          </a:p>
          <a:p>
            <a:r>
              <a:rPr lang="en-US" dirty="0"/>
              <a:t>        }).start();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2778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18DE-5529-EED6-D7B3-C9132E26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activity_main.xml (UI Layout)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D04E-BB7A-D1A1-B83B-EA479B1A5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Student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etClass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Class"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4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3787-C4A6-CC95-73D9-BF7E5075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59571-1216-9596-B300-35A4D065E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btnSave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="Save Student"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ListView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listViewStudents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15287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28DF-F478-081F-F782-177CA1BD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AndroidManifest.xml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637C-DD28-D3ED-BC11-3DABC6117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&lt;manifest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package="</a:t>
            </a:r>
            <a:r>
              <a:rPr lang="en-US" dirty="0" err="1"/>
              <a:t>com.example.roomapp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&lt;application</a:t>
            </a:r>
          </a:p>
          <a:p>
            <a:r>
              <a:rPr lang="en-US" dirty="0"/>
              <a:t>        </a:t>
            </a:r>
            <a:r>
              <a:rPr lang="en-US" dirty="0" err="1"/>
              <a:t>android:allowBackup</a:t>
            </a:r>
            <a:r>
              <a:rPr lang="en-US" dirty="0"/>
              <a:t>="true"</a:t>
            </a:r>
          </a:p>
          <a:p>
            <a:r>
              <a:rPr lang="en-US" dirty="0"/>
              <a:t>        </a:t>
            </a:r>
            <a:r>
              <a:rPr lang="en-US" dirty="0" err="1"/>
              <a:t>android:label</a:t>
            </a:r>
            <a:r>
              <a:rPr lang="en-US" dirty="0"/>
              <a:t>="Room App"</a:t>
            </a:r>
          </a:p>
          <a:p>
            <a:r>
              <a:rPr lang="en-US" dirty="0"/>
              <a:t>        </a:t>
            </a:r>
            <a:r>
              <a:rPr lang="en-US" dirty="0" err="1"/>
              <a:t>android:supportsRtl</a:t>
            </a:r>
            <a:r>
              <a:rPr lang="en-US" dirty="0"/>
              <a:t>="true"</a:t>
            </a:r>
          </a:p>
          <a:p>
            <a:r>
              <a:rPr lang="en-US" dirty="0"/>
              <a:t>        </a:t>
            </a:r>
            <a:r>
              <a:rPr lang="en-US" dirty="0" err="1"/>
              <a:t>android:theme</a:t>
            </a:r>
            <a:r>
              <a:rPr lang="en-US" dirty="0"/>
              <a:t>="@style/</a:t>
            </a:r>
            <a:r>
              <a:rPr lang="en-US" dirty="0" err="1"/>
              <a:t>Theme.AppCompat.Light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008867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AD17-BE2F-8C0A-786D-BE2FF105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372DC-DEA4-952B-BBF5-35DA53B9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&lt;activity </a:t>
            </a:r>
            <a:r>
              <a:rPr lang="en-US" dirty="0" err="1"/>
              <a:t>android:name</a:t>
            </a:r>
            <a:r>
              <a:rPr lang="en-US" dirty="0"/>
              <a:t>=".</a:t>
            </a:r>
            <a:r>
              <a:rPr lang="en-US" dirty="0" err="1"/>
              <a:t>MainActivity</a:t>
            </a:r>
            <a:r>
              <a:rPr lang="en-US" dirty="0"/>
              <a:t>"&gt;</a:t>
            </a:r>
          </a:p>
          <a:p>
            <a:r>
              <a:rPr lang="en-US" dirty="0"/>
              <a:t>            &lt;intent-filter&gt;</a:t>
            </a:r>
          </a:p>
          <a:p>
            <a:r>
              <a:rPr lang="en-US" dirty="0"/>
              <a:t>                &lt;action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android.intent.action.MAIN</a:t>
            </a:r>
            <a:r>
              <a:rPr lang="en-US" dirty="0"/>
              <a:t>" /&gt;</a:t>
            </a:r>
          </a:p>
          <a:p>
            <a:r>
              <a:rPr lang="en-US" dirty="0"/>
              <a:t>                &lt;category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android.intent.category.LAUNCHER</a:t>
            </a:r>
            <a:r>
              <a:rPr lang="en-US" dirty="0"/>
              <a:t>"/&gt;</a:t>
            </a:r>
          </a:p>
          <a:p>
            <a:r>
              <a:rPr lang="en-US" dirty="0"/>
              <a:t>            &lt;/intent-filter&gt;</a:t>
            </a:r>
          </a:p>
          <a:p>
            <a:r>
              <a:rPr lang="en-US" dirty="0"/>
              <a:t>        &lt;/activity&gt;</a:t>
            </a:r>
          </a:p>
          <a:p>
            <a:endParaRPr lang="en-US" dirty="0"/>
          </a:p>
          <a:p>
            <a:r>
              <a:rPr lang="en-US" dirty="0"/>
              <a:t>    &lt;/application&gt;</a:t>
            </a:r>
          </a:p>
          <a:p>
            <a:endParaRPr lang="en-US" dirty="0"/>
          </a:p>
          <a:p>
            <a:r>
              <a:rPr lang="en-US" dirty="0"/>
              <a:t>&lt;/manifest&gt;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2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65D2-85BC-D09F-D9A7-1EA3A6AC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(Optional) </a:t>
            </a:r>
            <a:r>
              <a:rPr lang="en-US" dirty="0" err="1"/>
              <a:t>RecyclerView</a:t>
            </a:r>
            <a:r>
              <a:rPr lang="en-US" dirty="0"/>
              <a:t> Support Files</a:t>
            </a:r>
            <a:br>
              <a:rPr lang="en-US" dirty="0"/>
            </a:br>
            <a:r>
              <a:rPr lang="en-US" dirty="0"/>
              <a:t>row_student.xml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FE99-1CEF-1196-F0BE-AD91F538A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tvStudent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="10dp"</a:t>
            </a:r>
          </a:p>
          <a:p>
            <a:r>
              <a:rPr lang="en-US" dirty="0"/>
              <a:t>    </a:t>
            </a:r>
            <a:r>
              <a:rPr lang="en-US" dirty="0" err="1"/>
              <a:t>android:textSize</a:t>
            </a:r>
            <a:r>
              <a:rPr lang="en-US" dirty="0"/>
              <a:t>="18sp"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8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2816</Words>
  <Application>Microsoft Office PowerPoint</Application>
  <PresentationFormat>Widescreen</PresentationFormat>
  <Paragraphs>483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Room Library (Android Studio)</vt:lpstr>
      <vt:lpstr> Introduction to Room Library </vt:lpstr>
      <vt:lpstr>Components of Room </vt:lpstr>
      <vt:lpstr>Adding Dependencies </vt:lpstr>
      <vt:lpstr>Creating an Entity (student.java) </vt:lpstr>
      <vt:lpstr>DAO (Data Access Object) Basics</vt:lpstr>
      <vt:lpstr>Creating RoomDatabase Class</vt:lpstr>
      <vt:lpstr>Practical: UI Design (XML Layout) activity_main.xml  </vt:lpstr>
      <vt:lpstr>Practical: MainActivity Setup</vt:lpstr>
      <vt:lpstr>Practical: Insert Data into Room</vt:lpstr>
      <vt:lpstr>Practical: Load Students</vt:lpstr>
      <vt:lpstr>Updating Data Using Room</vt:lpstr>
      <vt:lpstr>Deleting Data Using Room</vt:lpstr>
      <vt:lpstr>Room Query Examples</vt:lpstr>
      <vt:lpstr>Room with RecyclerView (Overview)</vt:lpstr>
      <vt:lpstr>Room + ViewModel + LiveData (Theory)</vt:lpstr>
      <vt:lpstr>Database Migration Concept</vt:lpstr>
      <vt:lpstr>Room Best Practices</vt:lpstr>
      <vt:lpstr>Full Project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app/build.gradle (Module: app)</vt:lpstr>
      <vt:lpstr>PowerPoint Presentation</vt:lpstr>
      <vt:lpstr>Student.java (Entity)</vt:lpstr>
      <vt:lpstr>PowerPoint Presentation</vt:lpstr>
      <vt:lpstr>StudentDao.java (DAO)</vt:lpstr>
      <vt:lpstr>PowerPoint Presentation</vt:lpstr>
      <vt:lpstr>StudentDatabase.java (RoomDatabase)</vt:lpstr>
      <vt:lpstr>PowerPoint Presentation</vt:lpstr>
      <vt:lpstr>MainActivity.java (Main App Logic)</vt:lpstr>
      <vt:lpstr>PowerPoint Presentation</vt:lpstr>
      <vt:lpstr>PowerPoint Presentation</vt:lpstr>
      <vt:lpstr>PowerPoint Presentation</vt:lpstr>
      <vt:lpstr>activity_main.xml (UI Layout)</vt:lpstr>
      <vt:lpstr>PowerPoint Presentation</vt:lpstr>
      <vt:lpstr>AndroidManifest.xml</vt:lpstr>
      <vt:lpstr>PowerPoint Presentation</vt:lpstr>
      <vt:lpstr>(Optional) RecyclerView Support Files row_student.xml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60</cp:revision>
  <dcterms:created xsi:type="dcterms:W3CDTF">2025-12-19T18:46:43Z</dcterms:created>
  <dcterms:modified xsi:type="dcterms:W3CDTF">2025-12-19T19:01:01Z</dcterms:modified>
</cp:coreProperties>
</file>