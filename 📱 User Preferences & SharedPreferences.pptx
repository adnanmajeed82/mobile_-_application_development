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34FCB-3F2A-3506-E2EC-EE3E7CB21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5CE98-2957-E60D-9202-8542124295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7FB30-9925-F03B-B4E2-3E2DB8043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F5FD-40F0-4395-A99B-1F53456C58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48B10-FC87-D9E3-02A0-325C9978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17B06-14EA-F8B1-6207-D34362AA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CF48-8E69-49E5-83FF-D173D03F1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42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54CE-8D62-E289-C172-925663D1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13BD9-303E-24F3-BC8E-1550BE86E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E6E5B-61D6-61FA-F401-6D1849BDA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F5FD-40F0-4395-A99B-1F53456C58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E720E-10AA-BCB3-71F4-E79AE9CF1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360-F50A-EED1-023F-C6E635DA0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CF48-8E69-49E5-83FF-D173D03F1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82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900BA-1A77-DE01-6FB3-578995C67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1AA28-7A77-4969-49EF-4F6B78433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C3731-53BF-AF45-B4C1-1420F29D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F5FD-40F0-4395-A99B-1F53456C58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45CCB-56E0-7EE0-6D12-E26BF441F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13FE9-2D72-2AB8-F50D-7ACA555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CF48-8E69-49E5-83FF-D173D03F1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27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D89F5-F132-1036-C0AE-8B8120A63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0CCF0-4669-5865-376B-B18C6EF48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716B7-16BE-9E73-8917-CC35D6055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0D962-1AED-D316-C00C-E89865927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F5FD-40F0-4395-A99B-1F53456C58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95983-C5CC-8250-F92C-9D5073723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29BBE-BCFF-19BF-D689-78B9E40D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CF48-8E69-49E5-83FF-D173D03F1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61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E31A1-3185-A21F-78F2-6D0B8DAB3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3B586-0A2B-D122-8B98-B94A00488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A7693-9C27-7F0E-D352-C37A6CD0D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188C02-CF5E-B740-8CA4-AEFD09AFD4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C27FAE-45F6-819E-6C00-BE8AEF2A92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DB8CD3-0D95-BBF0-4590-706EF3880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F5FD-40F0-4395-A99B-1F53456C58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C644C8-A97E-6D89-F8E7-79F3DEE7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3A2A1-CF2A-84BB-CE2B-BF25CD6FF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CF48-8E69-49E5-83FF-D173D03F1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45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21375-8DF4-7764-C6A8-8C93FE1E5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53F1E6-4AC3-84F0-1E4D-7A660E13B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F5FD-40F0-4395-A99B-1F53456C58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5FB658-09E1-1E37-E4D2-8017F782E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96CF3-F7C4-C4AA-CD20-19283ADC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CF48-8E69-49E5-83FF-D173D03F1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51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19D7B-8686-D0CB-A3FD-F6C4C400E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F5FD-40F0-4395-A99B-1F53456C58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EA99D6-4E37-BF70-7A3E-605D38B96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151E5-09A6-E769-2FC6-80A976818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CF48-8E69-49E5-83FF-D173D03F1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4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20021-5D23-714A-E253-ADBE5507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F636F-9AE9-6CD3-E433-5B775E249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7D050-47E4-D7BC-3A3C-FC20017E1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7472D-7C05-030B-61CB-F0010F46E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F5FD-40F0-4395-A99B-1F53456C58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BECE6-68BE-3601-13B5-0695504A1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9C0E0-D0A3-FD82-1E06-356D5E583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CF48-8E69-49E5-83FF-D173D03F1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78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89AA-E75D-B7E9-98E6-A868492BD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93DF23-E6DE-B438-04FC-CD9B2985E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2CD3E-80F7-E939-9845-4A2E1057A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0271D-737E-46E5-ED37-83DDF4814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F5FD-40F0-4395-A99B-1F53456C58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5E1EF-591A-5C87-7D06-CD638D970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00C27-6B3C-9218-BFB7-802AB6CAC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CF48-8E69-49E5-83FF-D173D03F1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885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1969D-2CBD-B023-6829-3B736B4DE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7474A-2C97-7B5A-019B-B7229F264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E3BA9-111A-9AEB-06C3-1EE710A02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F5FD-40F0-4395-A99B-1F53456C58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C876E-EF87-156C-7A43-1E231E730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4E5AD-036C-4E2D-FB48-6BA36B546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CF48-8E69-49E5-83FF-D173D03F1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87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EEE33C-8C15-DC95-6C0F-11E9C36861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678E7-2459-B805-56C8-929F6BD56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7428C-0C7A-520C-AA41-D56704E9C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F5FD-40F0-4395-A99B-1F53456C58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A0C13-EE77-B045-C013-5DCFF25EC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1FEBD-4F34-1A43-27A5-6C28BC09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CF48-8E69-49E5-83FF-D173D03F1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19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8374C-6A5C-A272-5570-66EB8C1A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13D51-6043-63A4-197B-1C8379266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8A0D5-1BED-FB39-8795-AE5BDC379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8F5FD-40F0-4395-A99B-1F53456C58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D3EE3-7328-EB64-B524-0EED7F2F2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F8AAB-64E6-BA82-E68B-1F6F0642E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6CF48-8E69-49E5-83FF-D173D03F1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2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65CCE-966C-C9F3-17E4-70F5C2C5FA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📱 User Preferences &amp; </a:t>
            </a:r>
            <a:r>
              <a:rPr lang="en-US" sz="4400" dirty="0" err="1"/>
              <a:t>SharedPreferences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AB18BC-3174-BD91-3802-6AE3E40A68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  <a:p>
            <a:r>
              <a:rPr lang="en-US" dirty="0"/>
              <a:t>Data Scientist &amp; Researcher </a:t>
            </a:r>
          </a:p>
        </p:txBody>
      </p:sp>
    </p:spTree>
    <p:extLst>
      <p:ext uri="{BB962C8B-B14F-4D97-AF65-F5344CB8AC3E}">
        <p14:creationId xmlns:p14="http://schemas.microsoft.com/office/powerpoint/2010/main" val="1999068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F464-F681-FE63-CB9C-418E678C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17716-E20A-B857-A228-92B93815F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Introduction</a:t>
            </a:r>
          </a:p>
          <a:p>
            <a:r>
              <a:rPr lang="en-US" dirty="0"/>
              <a:t>User preferences allow mobile applications to </a:t>
            </a:r>
            <a:r>
              <a:rPr lang="en-US" b="1" dirty="0"/>
              <a:t>store small amounts of persistent data</a:t>
            </a:r>
            <a:r>
              <a:rPr lang="en-US" dirty="0"/>
              <a:t> such as settings, login state, themes, and user choices.</a:t>
            </a:r>
            <a:br>
              <a:rPr lang="en-US" dirty="0"/>
            </a:br>
            <a:r>
              <a:rPr lang="en-US" dirty="0"/>
              <a:t>In Android, this is commonly achieved using </a:t>
            </a:r>
            <a:r>
              <a:rPr lang="en-US" b="1" dirty="0" err="1"/>
              <a:t>SharedPreferences</a:t>
            </a:r>
            <a:r>
              <a:rPr lang="en-US" dirty="0"/>
              <a:t>, which stores data as </a:t>
            </a:r>
            <a:r>
              <a:rPr lang="en-US" b="1" dirty="0"/>
              <a:t>key–value pairs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38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AD3C3-3F15-AE1C-0A65-D5C0863CC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466B3-6895-C4FB-A06C-77B7E4C54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Why Use </a:t>
            </a:r>
            <a:r>
              <a:rPr lang="en-US" b="1" dirty="0" err="1"/>
              <a:t>SharedPreferences</a:t>
            </a:r>
            <a:r>
              <a:rPr lang="en-US" b="1" dirty="0"/>
              <a:t>?</a:t>
            </a:r>
          </a:p>
          <a:p>
            <a:r>
              <a:rPr lang="en-US" dirty="0" err="1"/>
              <a:t>SharedPreferences</a:t>
            </a:r>
            <a:r>
              <a:rPr lang="en-US" dirty="0"/>
              <a:t> are used when:</a:t>
            </a:r>
          </a:p>
          <a:p>
            <a:r>
              <a:rPr lang="en-US" dirty="0"/>
              <a:t>Data is small in size</a:t>
            </a:r>
          </a:p>
          <a:p>
            <a:r>
              <a:rPr lang="en-US" dirty="0"/>
              <a:t>Data must persist after app restart</a:t>
            </a:r>
          </a:p>
          <a:p>
            <a:r>
              <a:rPr lang="en-US" dirty="0"/>
              <a:t>No complex database is required</a:t>
            </a:r>
          </a:p>
          <a:p>
            <a:r>
              <a:rPr lang="en-US" dirty="0"/>
              <a:t>📌 </a:t>
            </a:r>
            <a:r>
              <a:rPr lang="en-US" i="1" dirty="0"/>
              <a:t>Examples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✔ Remember login</a:t>
            </a:r>
            <a:br>
              <a:rPr lang="en-US" dirty="0"/>
            </a:br>
            <a:r>
              <a:rPr lang="en-US" dirty="0"/>
              <a:t>✔ Save theme (Dark/Light)</a:t>
            </a:r>
            <a:br>
              <a:rPr lang="en-US" dirty="0"/>
            </a:br>
            <a:r>
              <a:rPr lang="en-US" dirty="0"/>
              <a:t>✔ Store username or email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350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7F474-8B05-FFB1-5FEC-4A94493E9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69397-B34E-C423-83A2-6CDC351DA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Types of Data Stored</a:t>
            </a:r>
          </a:p>
          <a:p>
            <a:r>
              <a:rPr lang="en-US" dirty="0" err="1"/>
              <a:t>SharedPreferences</a:t>
            </a:r>
            <a:r>
              <a:rPr lang="en-US" dirty="0"/>
              <a:t> supports:</a:t>
            </a:r>
          </a:p>
          <a:p>
            <a:r>
              <a:rPr lang="en-US" dirty="0"/>
              <a:t>String</a:t>
            </a:r>
          </a:p>
          <a:p>
            <a:r>
              <a:rPr lang="en-US" dirty="0"/>
              <a:t>int</a:t>
            </a:r>
          </a:p>
          <a:p>
            <a:r>
              <a:rPr lang="en-US" dirty="0" err="1"/>
              <a:t>boolean</a:t>
            </a:r>
            <a:endParaRPr lang="en-US" dirty="0"/>
          </a:p>
          <a:p>
            <a:r>
              <a:rPr lang="en-US" dirty="0"/>
              <a:t>float</a:t>
            </a:r>
          </a:p>
          <a:p>
            <a:r>
              <a:rPr lang="en-US" dirty="0"/>
              <a:t>long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341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8373B-7AB5-830F-AFFE-6092F4E75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9B2FB-2807-C490-1E08-81430F204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Modes of </a:t>
            </a:r>
            <a:r>
              <a:rPr lang="en-US" b="1" dirty="0" err="1"/>
              <a:t>SharedPreferences</a:t>
            </a:r>
            <a:endParaRPr lang="en-US" b="1" dirty="0"/>
          </a:p>
          <a:p>
            <a:r>
              <a:rPr lang="en-US" dirty="0"/>
              <a:t>MODE_PRIVATE → Accessible only to the app (most common)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749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68FB5-986E-60B1-A041-DB3EC2B8A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14165-33F2-0F4C-3E55-23C1BEC73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 Creating </a:t>
            </a:r>
            <a:r>
              <a:rPr lang="en-US" b="1" dirty="0" err="1"/>
              <a:t>SharedPreferences</a:t>
            </a:r>
            <a:endParaRPr lang="en-US" b="1" dirty="0"/>
          </a:p>
          <a:p>
            <a:r>
              <a:rPr lang="en-US" dirty="0" err="1"/>
              <a:t>SharedPreferences</a:t>
            </a:r>
            <a:r>
              <a:rPr lang="en-US" dirty="0"/>
              <a:t> preferences =</a:t>
            </a:r>
          </a:p>
          <a:p>
            <a:r>
              <a:rPr lang="en-US" dirty="0"/>
              <a:t>        </a:t>
            </a:r>
            <a:r>
              <a:rPr lang="en-US" dirty="0" err="1"/>
              <a:t>getSharedPreferences</a:t>
            </a:r>
            <a:r>
              <a:rPr lang="en-US" dirty="0"/>
              <a:t>("</a:t>
            </a:r>
            <a:r>
              <a:rPr lang="en-US" dirty="0" err="1"/>
              <a:t>MyPrefs</a:t>
            </a:r>
            <a:r>
              <a:rPr lang="en-US" dirty="0"/>
              <a:t>", MODE_PRIVATE);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33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69AA6-F780-A32F-EDE5-8861954D5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D6E49-AD13-5A9D-C75C-55A3301A5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 Writing Data (Editor)</a:t>
            </a:r>
          </a:p>
          <a:p>
            <a:r>
              <a:rPr lang="en-US" dirty="0" err="1"/>
              <a:t>SharedPreferences.Editor</a:t>
            </a:r>
            <a:r>
              <a:rPr lang="en-US" dirty="0"/>
              <a:t> editor = </a:t>
            </a:r>
            <a:r>
              <a:rPr lang="en-US" dirty="0" err="1"/>
              <a:t>preferences.edit</a:t>
            </a:r>
            <a:r>
              <a:rPr lang="en-US" dirty="0"/>
              <a:t>();</a:t>
            </a:r>
          </a:p>
          <a:p>
            <a:r>
              <a:rPr lang="en-US" dirty="0" err="1"/>
              <a:t>editor.putString</a:t>
            </a:r>
            <a:r>
              <a:rPr lang="en-US" dirty="0"/>
              <a:t>("username", "Adnan");</a:t>
            </a:r>
          </a:p>
          <a:p>
            <a:r>
              <a:rPr lang="en-US" dirty="0" err="1"/>
              <a:t>editor.putBoolean</a:t>
            </a:r>
            <a:r>
              <a:rPr lang="en-US" dirty="0"/>
              <a:t>("</a:t>
            </a:r>
            <a:r>
              <a:rPr lang="en-US" dirty="0" err="1"/>
              <a:t>isLoggedIn</a:t>
            </a:r>
            <a:r>
              <a:rPr lang="en-US" dirty="0"/>
              <a:t>", true);</a:t>
            </a:r>
          </a:p>
          <a:p>
            <a:r>
              <a:rPr lang="en-US" dirty="0" err="1"/>
              <a:t>editor.apply</a:t>
            </a:r>
            <a:r>
              <a:rPr lang="en-US" dirty="0"/>
              <a:t>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776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92DC6-292F-52BF-115D-FAB7B5944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69AE0-C2F1-AB9E-FDD9-F980F8EB4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 Reading Data</a:t>
            </a:r>
          </a:p>
          <a:p>
            <a:r>
              <a:rPr lang="en-US" dirty="0"/>
              <a:t>String user = </a:t>
            </a:r>
            <a:r>
              <a:rPr lang="en-US" dirty="0" err="1"/>
              <a:t>preferences.getString</a:t>
            </a:r>
            <a:r>
              <a:rPr lang="en-US" dirty="0"/>
              <a:t>("username", "Guest");</a:t>
            </a:r>
          </a:p>
          <a:p>
            <a:r>
              <a:rPr lang="en-US" dirty="0" err="1"/>
              <a:t>boolean</a:t>
            </a:r>
            <a:r>
              <a:rPr lang="en-US" dirty="0"/>
              <a:t> status = </a:t>
            </a:r>
            <a:r>
              <a:rPr lang="en-US" dirty="0" err="1"/>
              <a:t>preferences.getBoolean</a:t>
            </a:r>
            <a:r>
              <a:rPr lang="en-US" dirty="0"/>
              <a:t>("</a:t>
            </a:r>
            <a:r>
              <a:rPr lang="en-US" dirty="0" err="1"/>
              <a:t>isLoggedIn</a:t>
            </a:r>
            <a:r>
              <a:rPr lang="en-US" dirty="0"/>
              <a:t>", false);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001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A4D40-A32A-0952-C288-46BEDF365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399E3-4002-DF39-62D5-AB76C0132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Clearing Preferences</a:t>
            </a:r>
          </a:p>
          <a:p>
            <a:r>
              <a:rPr lang="en-US" dirty="0" err="1"/>
              <a:t>editor.clear</a:t>
            </a:r>
            <a:r>
              <a:rPr lang="en-US" dirty="0"/>
              <a:t>();</a:t>
            </a:r>
          </a:p>
          <a:p>
            <a:r>
              <a:rPr lang="en-US" dirty="0" err="1"/>
              <a:t>editor.apply</a:t>
            </a:r>
            <a:r>
              <a:rPr lang="en-US" dirty="0"/>
              <a:t>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839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EFCD2-1051-4E71-17C0-2EAAA136C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72875-6503-6FD6-8CCE-01DC79063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9. Advantages &amp; Limitations</a:t>
            </a:r>
          </a:p>
          <a:p>
            <a:r>
              <a:rPr lang="en-US" b="1" dirty="0"/>
              <a:t>Advantages</a:t>
            </a:r>
          </a:p>
          <a:p>
            <a:r>
              <a:rPr lang="en-US" dirty="0"/>
              <a:t>✔ Easy to use</a:t>
            </a:r>
            <a:br>
              <a:rPr lang="en-US" dirty="0"/>
            </a:br>
            <a:r>
              <a:rPr lang="en-US" dirty="0"/>
              <a:t>✔ Fast performance</a:t>
            </a:r>
            <a:br>
              <a:rPr lang="en-US" dirty="0"/>
            </a:br>
            <a:r>
              <a:rPr lang="en-US" dirty="0"/>
              <a:t>✔ Persistent storage</a:t>
            </a:r>
          </a:p>
          <a:p>
            <a:r>
              <a:rPr lang="en-US" b="1" dirty="0"/>
              <a:t>Limitations</a:t>
            </a:r>
          </a:p>
          <a:p>
            <a:r>
              <a:rPr lang="en-US" dirty="0"/>
              <a:t>✖ Not suitable for large data</a:t>
            </a:r>
            <a:br>
              <a:rPr lang="en-US" dirty="0"/>
            </a:br>
            <a:r>
              <a:rPr lang="en-US" dirty="0"/>
              <a:t>✖ No complex queries</a:t>
            </a:r>
            <a:br>
              <a:rPr lang="en-US" dirty="0"/>
            </a:br>
            <a:r>
              <a:rPr lang="en-US" dirty="0"/>
              <a:t>✖ Not secure for sensitive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497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DADF7-7766-1A1F-AFA6-444337BC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A5C75-C708-BACE-3E99-526CD3532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10. Real-World Use Cases</a:t>
            </a:r>
          </a:p>
          <a:p>
            <a:r>
              <a:rPr lang="en-US" dirty="0"/>
              <a:t>Remember user login</a:t>
            </a:r>
          </a:p>
          <a:p>
            <a:r>
              <a:rPr lang="en-US" dirty="0"/>
              <a:t>Save app settings</a:t>
            </a:r>
          </a:p>
          <a:p>
            <a:r>
              <a:rPr lang="en-US" dirty="0"/>
              <a:t>Store language preferences</a:t>
            </a:r>
          </a:p>
          <a:p>
            <a:r>
              <a:rPr lang="en-US" dirty="0"/>
              <a:t>Save user-selected options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349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7424E-DAFB-56B9-E7C1-6AE6FC9EF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🧪 Practical Example: Save &amp; Retrieve User Preferences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A20BE-00BD-3324-B0A6-684755C11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📄 XML Layout (activity_main.xml)</a:t>
            </a:r>
          </a:p>
          <a:p>
            <a:r>
              <a:rPr lang="en-US" dirty="0"/>
              <a:t>&lt;?xml version="1.0" encoding="utf-8"?&gt;</a:t>
            </a:r>
          </a:p>
          <a:p>
            <a:r>
              <a:rPr lang="en-US" dirty="0"/>
              <a:t>&lt;</a:t>
            </a:r>
            <a:r>
              <a:rPr lang="en-US" dirty="0" err="1"/>
              <a:t>LinearLayout</a:t>
            </a:r>
            <a:r>
              <a:rPr lang="en-US" dirty="0"/>
              <a:t> </a:t>
            </a:r>
            <a:r>
              <a:rPr lang="en-US" dirty="0" err="1"/>
              <a:t>xmlns:android</a:t>
            </a:r>
            <a:r>
              <a:rPr lang="en-US" dirty="0"/>
              <a:t>="http://schemas.android.com/</a:t>
            </a:r>
            <a:r>
              <a:rPr lang="en-US" dirty="0" err="1"/>
              <a:t>apk</a:t>
            </a:r>
            <a:r>
              <a:rPr lang="en-US" dirty="0"/>
              <a:t>/res/android"</a:t>
            </a:r>
          </a:p>
          <a:p>
            <a:r>
              <a:rPr lang="en-US" dirty="0"/>
              <a:t>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android:orientation</a:t>
            </a:r>
            <a:r>
              <a:rPr lang="en-US" dirty="0"/>
              <a:t>="vertical"</a:t>
            </a:r>
          </a:p>
          <a:p>
            <a:r>
              <a:rPr lang="en-US" dirty="0"/>
              <a:t>    </a:t>
            </a:r>
            <a:r>
              <a:rPr lang="en-US" dirty="0" err="1"/>
              <a:t>android:padding</a:t>
            </a:r>
            <a:r>
              <a:rPr lang="en-US" dirty="0"/>
              <a:t>="20dp"&gt;</a:t>
            </a:r>
          </a:p>
          <a:p>
            <a:endParaRPr lang="en-US" dirty="0"/>
          </a:p>
          <a:p>
            <a:r>
              <a:rPr lang="en-US" dirty="0"/>
              <a:t>    &lt;</a:t>
            </a:r>
            <a:r>
              <a:rPr lang="en-US" dirty="0" err="1"/>
              <a:t>EditText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etUsername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android:hint</a:t>
            </a:r>
            <a:r>
              <a:rPr lang="en-US" dirty="0"/>
              <a:t>="Enter Username" /&gt;</a:t>
            </a:r>
          </a:p>
        </p:txBody>
      </p:sp>
    </p:spTree>
    <p:extLst>
      <p:ext uri="{BB962C8B-B14F-4D97-AF65-F5344CB8AC3E}">
        <p14:creationId xmlns:p14="http://schemas.microsoft.com/office/powerpoint/2010/main" val="1047048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6167-75BB-839F-E059-6C1D32AF6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C6ADA-AAF0-7457-E72B-63DA7C90C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&lt;</a:t>
            </a:r>
            <a:r>
              <a:rPr lang="en-US" dirty="0" err="1"/>
              <a:t>CheckBox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cbLogin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</a:t>
            </a:r>
            <a:r>
              <a:rPr lang="en-US" dirty="0"/>
              <a:t>="Remember Login" /&gt;</a:t>
            </a:r>
          </a:p>
          <a:p>
            <a:endParaRPr lang="en-US" dirty="0"/>
          </a:p>
          <a:p>
            <a:r>
              <a:rPr lang="en-US" dirty="0"/>
              <a:t>    &lt;Button</a:t>
            </a:r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btnSave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</a:t>
            </a:r>
            <a:r>
              <a:rPr lang="en-US" dirty="0"/>
              <a:t>="Save Preference" /&gt;</a:t>
            </a:r>
          </a:p>
        </p:txBody>
      </p:sp>
    </p:spTree>
    <p:extLst>
      <p:ext uri="{BB962C8B-B14F-4D97-AF65-F5344CB8AC3E}">
        <p14:creationId xmlns:p14="http://schemas.microsoft.com/office/powerpoint/2010/main" val="435518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F8552-E599-E49C-F801-683B58AA7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9B87A-9FD6-32CE-FC97-D7CD18784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&lt;</a:t>
            </a:r>
            <a:r>
              <a:rPr lang="en-US" dirty="0" err="1"/>
              <a:t>CheckBox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cbLogin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</a:t>
            </a:r>
            <a:r>
              <a:rPr lang="en-US" dirty="0"/>
              <a:t>="Remember Login" /&gt;</a:t>
            </a:r>
          </a:p>
          <a:p>
            <a:endParaRPr lang="en-US" dirty="0"/>
          </a:p>
          <a:p>
            <a:r>
              <a:rPr lang="en-US" dirty="0"/>
              <a:t>    &lt;Button</a:t>
            </a:r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btnSave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</a:t>
            </a:r>
            <a:r>
              <a:rPr lang="en-US" dirty="0"/>
              <a:t>="Save Preference" /&gt;</a:t>
            </a:r>
          </a:p>
        </p:txBody>
      </p:sp>
    </p:spTree>
    <p:extLst>
      <p:ext uri="{BB962C8B-B14F-4D97-AF65-F5344CB8AC3E}">
        <p14:creationId xmlns:p14="http://schemas.microsoft.com/office/powerpoint/2010/main" val="3233572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D2CC-1A41-92D5-96D3-8A9F7FEDA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☕ Java Code (MainActivity.java)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B7177-1799-D689-4A7D-29D52A760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package </a:t>
            </a:r>
            <a:r>
              <a:rPr lang="en-US" dirty="0" err="1"/>
              <a:t>com.example.sharedpreferences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android.content.SharedPreferences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android.os.Bundle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android.widget</a:t>
            </a:r>
            <a:r>
              <a:rPr lang="en-US" dirty="0"/>
              <a:t>.*;</a:t>
            </a:r>
          </a:p>
          <a:p>
            <a:r>
              <a:rPr lang="en-US" dirty="0"/>
              <a:t>import </a:t>
            </a:r>
            <a:r>
              <a:rPr lang="en-US" dirty="0" err="1"/>
              <a:t>androidx.appcompat.app.AppCompatActivity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MainActivity</a:t>
            </a:r>
            <a:r>
              <a:rPr lang="en-US" dirty="0"/>
              <a:t> extends </a:t>
            </a:r>
            <a:r>
              <a:rPr lang="en-US" dirty="0" err="1"/>
              <a:t>AppCompatActivity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EditText</a:t>
            </a:r>
            <a:r>
              <a:rPr lang="en-US" dirty="0"/>
              <a:t> </a:t>
            </a:r>
            <a:r>
              <a:rPr lang="en-US" dirty="0" err="1"/>
              <a:t>etUsername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CheckBox</a:t>
            </a:r>
            <a:r>
              <a:rPr lang="en-US" dirty="0"/>
              <a:t> </a:t>
            </a:r>
            <a:r>
              <a:rPr lang="en-US" dirty="0" err="1"/>
              <a:t>cbLogin</a:t>
            </a:r>
            <a:r>
              <a:rPr lang="en-US" dirty="0"/>
              <a:t>;</a:t>
            </a:r>
          </a:p>
          <a:p>
            <a:r>
              <a:rPr lang="en-US" dirty="0"/>
              <a:t>    Button </a:t>
            </a:r>
            <a:r>
              <a:rPr lang="en-US" dirty="0" err="1"/>
              <a:t>btnSave</a:t>
            </a:r>
            <a:r>
              <a:rPr lang="en-US" dirty="0"/>
              <a:t>, </a:t>
            </a:r>
            <a:r>
              <a:rPr lang="en-US" dirty="0" err="1"/>
              <a:t>btnLoad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SharedPreferences</a:t>
            </a:r>
            <a:r>
              <a:rPr lang="en-US" dirty="0"/>
              <a:t> preferences;</a:t>
            </a:r>
          </a:p>
        </p:txBody>
      </p:sp>
    </p:spTree>
    <p:extLst>
      <p:ext uri="{BB962C8B-B14F-4D97-AF65-F5344CB8AC3E}">
        <p14:creationId xmlns:p14="http://schemas.microsoft.com/office/powerpoint/2010/main" val="1381381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5F78-6EB3-718E-2DC4-3786CFDB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2BE60-C0B5-4462-90A1-359702C3C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@Override</a:t>
            </a:r>
          </a:p>
          <a:p>
            <a:r>
              <a:rPr lang="en-US" dirty="0"/>
              <a:t>    protected void </a:t>
            </a:r>
            <a:r>
              <a:rPr lang="en-US" dirty="0" err="1"/>
              <a:t>onCreate</a:t>
            </a:r>
            <a:r>
              <a:rPr lang="en-US" dirty="0"/>
              <a:t>(Bundle </a:t>
            </a:r>
            <a:r>
              <a:rPr lang="en-US" dirty="0" err="1"/>
              <a:t>savedInstanceState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super.onCreate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setContentView</a:t>
            </a:r>
            <a:r>
              <a:rPr lang="en-US" dirty="0"/>
              <a:t>(</a:t>
            </a:r>
            <a:r>
              <a:rPr lang="en-US" dirty="0" err="1"/>
              <a:t>R.layout.activity_main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etUsername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R.id.etUsername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cbLogin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R.id.cbLogin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btnSave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R.id.btnSave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btnLoad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R.id.btnLoad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    preferences = </a:t>
            </a:r>
            <a:r>
              <a:rPr lang="en-US" dirty="0" err="1"/>
              <a:t>getSharedPreferences</a:t>
            </a:r>
            <a:r>
              <a:rPr lang="en-US" dirty="0"/>
              <a:t>("</a:t>
            </a:r>
            <a:r>
              <a:rPr lang="en-US" dirty="0" err="1"/>
              <a:t>UserPrefs</a:t>
            </a:r>
            <a:r>
              <a:rPr lang="en-US" dirty="0"/>
              <a:t>", MODE_PRIVATE);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btnSave.setOnClickListener</a:t>
            </a:r>
            <a:r>
              <a:rPr lang="en-US" dirty="0"/>
              <a:t>(v -&gt; </a:t>
            </a:r>
            <a:r>
              <a:rPr lang="en-US" dirty="0" err="1"/>
              <a:t>saveData</a:t>
            </a:r>
            <a:r>
              <a:rPr lang="en-US" dirty="0"/>
              <a:t>());</a:t>
            </a:r>
          </a:p>
          <a:p>
            <a:r>
              <a:rPr lang="en-US" dirty="0"/>
              <a:t>        </a:t>
            </a:r>
            <a:r>
              <a:rPr lang="en-US" dirty="0" err="1"/>
              <a:t>btnLoad.setOnClickListener</a:t>
            </a:r>
            <a:r>
              <a:rPr lang="en-US" dirty="0"/>
              <a:t>(v -&gt; </a:t>
            </a:r>
            <a:r>
              <a:rPr lang="en-US" dirty="0" err="1"/>
              <a:t>loadData</a:t>
            </a:r>
            <a:r>
              <a:rPr lang="en-US" dirty="0"/>
              <a:t>());</a:t>
            </a:r>
          </a:p>
          <a:p>
            <a:r>
              <a:rPr lang="en-US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630221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ECF78-757D-163C-4FA0-1DE457AD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997FC-1737-3637-28E4-A18E211AA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private void </a:t>
            </a:r>
            <a:r>
              <a:rPr lang="en-US" dirty="0" err="1"/>
              <a:t>saveData</a:t>
            </a:r>
            <a:r>
              <a:rPr lang="en-US" dirty="0"/>
              <a:t>() {</a:t>
            </a:r>
          </a:p>
          <a:p>
            <a:r>
              <a:rPr lang="en-US" dirty="0"/>
              <a:t>        </a:t>
            </a:r>
            <a:r>
              <a:rPr lang="en-US" dirty="0" err="1"/>
              <a:t>SharedPreferences.Editor</a:t>
            </a:r>
            <a:r>
              <a:rPr lang="en-US" dirty="0"/>
              <a:t> editor = </a:t>
            </a:r>
            <a:r>
              <a:rPr lang="en-US" dirty="0" err="1"/>
              <a:t>preferences.edit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editor.putString</a:t>
            </a:r>
            <a:r>
              <a:rPr lang="en-US" dirty="0"/>
              <a:t>("username", </a:t>
            </a:r>
            <a:r>
              <a:rPr lang="en-US" dirty="0" err="1"/>
              <a:t>etUsername.getText</a:t>
            </a:r>
            <a:r>
              <a:rPr lang="en-US" dirty="0"/>
              <a:t>().</a:t>
            </a:r>
            <a:r>
              <a:rPr lang="en-US" dirty="0" err="1"/>
              <a:t>toString</a:t>
            </a:r>
            <a:r>
              <a:rPr lang="en-US" dirty="0"/>
              <a:t>());</a:t>
            </a:r>
          </a:p>
          <a:p>
            <a:r>
              <a:rPr lang="en-US" dirty="0"/>
              <a:t>        </a:t>
            </a:r>
            <a:r>
              <a:rPr lang="en-US" dirty="0" err="1"/>
              <a:t>editor.putBoolean</a:t>
            </a:r>
            <a:r>
              <a:rPr lang="en-US" dirty="0"/>
              <a:t>("remember", </a:t>
            </a:r>
            <a:r>
              <a:rPr lang="en-US" dirty="0" err="1"/>
              <a:t>cbLogin.isChecked</a:t>
            </a:r>
            <a:r>
              <a:rPr lang="en-US" dirty="0"/>
              <a:t>());</a:t>
            </a:r>
          </a:p>
          <a:p>
            <a:r>
              <a:rPr lang="en-US" dirty="0"/>
              <a:t>        </a:t>
            </a:r>
            <a:r>
              <a:rPr lang="en-US" dirty="0" err="1"/>
              <a:t>editor.apply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Toast.makeText</a:t>
            </a:r>
            <a:r>
              <a:rPr lang="en-US" dirty="0"/>
              <a:t>(this, "Preferences Saved", </a:t>
            </a:r>
            <a:r>
              <a:rPr lang="en-US" dirty="0" err="1"/>
              <a:t>Toast.LENGTH_SHORT</a:t>
            </a:r>
            <a:r>
              <a:rPr lang="en-US" dirty="0"/>
              <a:t>).show();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377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C77BF-DC80-3E21-3DFA-947032FBF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B857E-D052-91A2-8452-C41D746F7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private void </a:t>
            </a:r>
            <a:r>
              <a:rPr lang="en-US" dirty="0" err="1"/>
              <a:t>loadData</a:t>
            </a:r>
            <a:r>
              <a:rPr lang="en-US" dirty="0"/>
              <a:t>() {</a:t>
            </a:r>
          </a:p>
          <a:p>
            <a:r>
              <a:rPr lang="en-US" dirty="0"/>
              <a:t>        String username = </a:t>
            </a:r>
            <a:r>
              <a:rPr lang="en-US" dirty="0" err="1"/>
              <a:t>preferences.getString</a:t>
            </a:r>
            <a:r>
              <a:rPr lang="en-US" dirty="0"/>
              <a:t>("username", "");</a:t>
            </a:r>
          </a:p>
          <a:p>
            <a:r>
              <a:rPr lang="en-US" dirty="0"/>
              <a:t>        </a:t>
            </a:r>
            <a:r>
              <a:rPr lang="en-US" dirty="0" err="1"/>
              <a:t>boolean</a:t>
            </a:r>
            <a:r>
              <a:rPr lang="en-US" dirty="0"/>
              <a:t> remember = </a:t>
            </a:r>
            <a:r>
              <a:rPr lang="en-US" dirty="0" err="1"/>
              <a:t>preferences.getBoolean</a:t>
            </a:r>
            <a:r>
              <a:rPr lang="en-US" dirty="0"/>
              <a:t>("remember", false);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etUsername.setText</a:t>
            </a:r>
            <a:r>
              <a:rPr lang="en-US" dirty="0"/>
              <a:t>(username);</a:t>
            </a:r>
          </a:p>
          <a:p>
            <a:r>
              <a:rPr lang="en-US" dirty="0"/>
              <a:t>        </a:t>
            </a:r>
            <a:r>
              <a:rPr lang="en-US" dirty="0" err="1"/>
              <a:t>cbLogin.setChecked</a:t>
            </a:r>
            <a:r>
              <a:rPr lang="en-US" dirty="0"/>
              <a:t>(remember);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Toast.makeText</a:t>
            </a:r>
            <a:r>
              <a:rPr lang="en-US" dirty="0"/>
              <a:t>(this, "Preferences Loaded", </a:t>
            </a:r>
            <a:r>
              <a:rPr lang="en-US" dirty="0" err="1"/>
              <a:t>Toast.LENGTH_SHORT</a:t>
            </a:r>
            <a:r>
              <a:rPr lang="en-US" dirty="0"/>
              <a:t>).show();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51004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EBCA-B537-3128-DE09-7B48B271E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73D58-629A-3B27-5896-8D8A7002B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📝 Exam-Oriented Questions</a:t>
            </a:r>
          </a:p>
          <a:p>
            <a:r>
              <a:rPr lang="en-US" dirty="0"/>
              <a:t>Define </a:t>
            </a:r>
            <a:r>
              <a:rPr lang="en-US" dirty="0" err="1"/>
              <a:t>SharedPreferences</a:t>
            </a:r>
            <a:r>
              <a:rPr lang="en-US" dirty="0"/>
              <a:t>.</a:t>
            </a:r>
          </a:p>
          <a:p>
            <a:r>
              <a:rPr lang="en-US" dirty="0"/>
              <a:t>Differentiate </a:t>
            </a:r>
            <a:r>
              <a:rPr lang="en-US" dirty="0" err="1"/>
              <a:t>SharedPreferences</a:t>
            </a:r>
            <a:r>
              <a:rPr lang="en-US" dirty="0"/>
              <a:t> and SQLite.</a:t>
            </a:r>
          </a:p>
          <a:p>
            <a:r>
              <a:rPr lang="en-US" dirty="0"/>
              <a:t>List advantages of </a:t>
            </a:r>
            <a:r>
              <a:rPr lang="en-US" dirty="0" err="1"/>
              <a:t>SharedPreferences</a:t>
            </a:r>
            <a:r>
              <a:rPr lang="en-US" dirty="0"/>
              <a:t>.</a:t>
            </a:r>
          </a:p>
          <a:p>
            <a:r>
              <a:rPr lang="en-US" dirty="0"/>
              <a:t>Write Java code to store a Boolean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118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66DB-03EC-C03D-F883-864E3C53D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CB6A5-4FBF-FC33-898F-8822B8DF1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🧑‍🏫 Suggested Lab Assignment</a:t>
            </a:r>
          </a:p>
          <a:p>
            <a:r>
              <a:rPr lang="en-US" dirty="0"/>
              <a:t>Create an app to </a:t>
            </a:r>
            <a:r>
              <a:rPr lang="en-US" b="1" dirty="0"/>
              <a:t>save user theme preference (Dark/Light)</a:t>
            </a:r>
            <a:r>
              <a:rPr lang="en-US" dirty="0"/>
              <a:t> using </a:t>
            </a:r>
            <a:r>
              <a:rPr lang="en-US" dirty="0" err="1"/>
              <a:t>SharedPreferences</a:t>
            </a:r>
            <a:r>
              <a:rPr lang="en-US" dirty="0"/>
              <a:t> and load it on app restart.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66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2FA46-A16E-FCBF-A67E-995A3EA60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58AC4-FFA5-011E-87F9-A8220EE6B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📌 Summary</a:t>
            </a:r>
          </a:p>
          <a:p>
            <a:r>
              <a:rPr lang="en-US" dirty="0" err="1"/>
              <a:t>SharedPreferences</a:t>
            </a:r>
            <a:r>
              <a:rPr lang="en-US" dirty="0"/>
              <a:t> provide a </a:t>
            </a:r>
            <a:r>
              <a:rPr lang="en-US" b="1" dirty="0"/>
              <a:t>simple and efficient mechanism</a:t>
            </a:r>
            <a:r>
              <a:rPr lang="en-US" dirty="0"/>
              <a:t> for storing user settings and small data persistently, making them ideal for preferences and configuration management in Android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665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966</Words>
  <Application>Microsoft Office PowerPoint</Application>
  <PresentationFormat>Widescreen</PresentationFormat>
  <Paragraphs>138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📱 User Preferences &amp; SharedPreferences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🧪 Practical Example: Save &amp; Retrieve User Preferences</vt:lpstr>
      <vt:lpstr>PowerPoint Presentation</vt:lpstr>
      <vt:lpstr>PowerPoint Presentation</vt:lpstr>
      <vt:lpstr>☕ Java Code (MainActivity.java)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26</cp:revision>
  <dcterms:created xsi:type="dcterms:W3CDTF">2026-01-20T05:41:35Z</dcterms:created>
  <dcterms:modified xsi:type="dcterms:W3CDTF">2026-01-20T05:46:16Z</dcterms:modified>
</cp:coreProperties>
</file>