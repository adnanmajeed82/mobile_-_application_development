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0" r:id="rId3"/>
    <p:sldId id="281" r:id="rId4"/>
    <p:sldId id="282" r:id="rId5"/>
    <p:sldId id="283" r:id="rId6"/>
    <p:sldId id="284" r:id="rId7"/>
    <p:sldId id="285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5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0" y="228600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ctr">
              <a:defRPr sz="4400" b="1">
                <a:solidFill>
                  <a:srgbClr val="FFFFFF"/>
                </a:solidFill>
              </a:defRPr>
            </a:pPr>
            <a:r>
              <a:t>Fragments and Buttons in Android (Java)</a:t>
            </a:r>
          </a:p>
          <a:p>
            <a:pPr>
              <a:defRPr sz="2200">
                <a:solidFill>
                  <a:srgbClr val="C8C8C8"/>
                </a:solidFill>
              </a:defRPr>
            </a:pPr>
            <a:r>
              <a:t>BSCS 7th Semester  |  Instructor: Adnan Majeed</a:t>
            </a:r>
            <a:br/>
            <a:r>
              <a:t>Android Studio Otter (2025.2.1)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F5C05E-9D84-4CE2-2E7F-A94F57523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515" y="1639586"/>
            <a:ext cx="3175794" cy="320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13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464728-083D-B997-5BEF-0056F9D8D7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5339" y="1025554"/>
            <a:ext cx="3219505" cy="4458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5426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05E909-9B96-414C-32A2-E6F1C157F3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5699" y="2300965"/>
            <a:ext cx="3931342" cy="2031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5853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D4520C-ED32-B7E3-3A6B-1A76071A6C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6683" y="466021"/>
            <a:ext cx="3518202" cy="6114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2974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2C5B75F-64C0-D6D5-06B4-5C690755EC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0757" y="447945"/>
            <a:ext cx="3454581" cy="5378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1056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2F92E4-DC2A-43C4-457F-7D5BCAE80E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6844" y="358005"/>
            <a:ext cx="3687844" cy="5128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0448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600" b="1">
                <a:solidFill>
                  <a:srgbClr val="FFD700"/>
                </a:solidFill>
              </a:defRPr>
            </a:pPr>
            <a:r>
              <a:t>Introduction to Fragments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9728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200">
                <a:solidFill>
                  <a:srgbClr val="E6E6E6"/>
                </a:solidFill>
              </a:defRPr>
            </a:pPr>
            <a:r>
              <a:t>A Fragment is a reusable UI component in Android that represents a portion of the user interface inside an Activity.</a:t>
            </a:r>
            <a:br/>
            <a:br/>
            <a:r>
              <a:t>They help modularize the UI and support dynamic layouts.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600" b="1">
                <a:solidFill>
                  <a:srgbClr val="FFD700"/>
                </a:solidFill>
              </a:defRPr>
            </a:pPr>
            <a:r>
              <a:t>Why Use Fragments?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9728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200">
                <a:solidFill>
                  <a:srgbClr val="E6E6E6"/>
                </a:solidFill>
              </a:defRPr>
            </a:pPr>
            <a:r>
              <a:t>✔ Reusable components</a:t>
            </a:r>
            <a:br/>
            <a:r>
              <a:t>✔ Flexible UI for different screen sizes</a:t>
            </a:r>
            <a:br/>
            <a:r>
              <a:t>✔ Easier management in multiple activities</a:t>
            </a:r>
            <a:br/>
            <a:r>
              <a:t>✔ Part of modern Android architecture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600" b="1">
                <a:solidFill>
                  <a:srgbClr val="FFD700"/>
                </a:solidFill>
              </a:defRPr>
            </a:pPr>
            <a:r>
              <a:t>Fragment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9728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200">
                <a:solidFill>
                  <a:srgbClr val="E6E6E6"/>
                </a:solidFill>
              </a:defRPr>
            </a:pPr>
            <a:r>
              <a:t>1. onAttach()</a:t>
            </a:r>
            <a:br/>
            <a:r>
              <a:t>2. onCreate()</a:t>
            </a:r>
            <a:br/>
            <a:r>
              <a:t>3. onCreateView()</a:t>
            </a:r>
            <a:br/>
            <a:r>
              <a:t>4. onActivityCreated()</a:t>
            </a:r>
            <a:br/>
            <a:r>
              <a:t>5. onStart()</a:t>
            </a:r>
            <a:br/>
            <a:r>
              <a:t>6. onResume()</a:t>
            </a:r>
            <a:br/>
            <a:r>
              <a:t>7. onPause()</a:t>
            </a:r>
            <a:br/>
            <a:r>
              <a:t>8. onStop()</a:t>
            </a:r>
            <a:br/>
            <a:r>
              <a:t>9. onDestroyView()</a:t>
            </a:r>
            <a:br/>
            <a:r>
              <a:t>10. onDestroy()</a:t>
            </a:r>
            <a:br/>
            <a:r>
              <a:t>11. onDetach()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600" b="1">
                <a:solidFill>
                  <a:srgbClr val="FFD700"/>
                </a:solidFill>
              </a:defRPr>
            </a:pPr>
            <a:r>
              <a:t>Fragment Lifecycle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9728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200">
                <a:solidFill>
                  <a:srgbClr val="E6E6E6"/>
                </a:solidFill>
              </a:defRPr>
            </a:pPr>
            <a:r>
              <a:t>Illustration: Show Fragment lifecycle diagram (add in class presentation).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600" b="1">
                <a:solidFill>
                  <a:srgbClr val="FFD700"/>
                </a:solidFill>
              </a:defRPr>
            </a:pPr>
            <a:r>
              <a:t>FragmentManager and FragmentTransaction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9728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200">
                <a:solidFill>
                  <a:srgbClr val="E6E6E6"/>
                </a:solidFill>
              </a:defRPr>
            </a:pPr>
            <a:r>
              <a:t>FragmentManager manages fragments within an Activity.</a:t>
            </a:r>
            <a:br/>
            <a:r>
              <a:t>FragmentTransaction is used to add, replace, or remove fragments dynamically.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600" b="1">
                <a:solidFill>
                  <a:srgbClr val="FFD700"/>
                </a:solidFill>
              </a:defRPr>
            </a:pPr>
            <a:r>
              <a:t>Creating a Fragment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9728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200">
                <a:solidFill>
                  <a:srgbClr val="E6E6E6"/>
                </a:solidFill>
              </a:defRPr>
            </a:pPr>
            <a:r>
              <a:t>In Android Studio → File → New → New Project → Empty Views Activity.</a:t>
            </a:r>
            <a:br/>
            <a:r>
              <a:t>Add a new Fragment class under java/com/example/fragments.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600" b="1">
                <a:solidFill>
                  <a:srgbClr val="FFD700"/>
                </a:solidFill>
              </a:defRPr>
            </a:pPr>
            <a:r>
              <a:t>activity_main.xml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9728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200">
                <a:solidFill>
                  <a:srgbClr val="E6E6E6"/>
                </a:solidFill>
              </a:defRPr>
            </a:pPr>
            <a:r>
              <a:t>&lt;?xml version="1.0" encoding="utf-8"?&gt;</a:t>
            </a:r>
            <a:br/>
            <a:r>
              <a:t>&lt;FrameLayout xmlns:android="http://schemas.android.com/apk/res/android"</a:t>
            </a:r>
            <a:br/>
            <a:r>
              <a:t> android:id="@+id/fragment_container"</a:t>
            </a:r>
            <a:br/>
            <a:r>
              <a:t> android:layout_width="match_parent"</a:t>
            </a:r>
            <a:br/>
            <a:r>
              <a:t> android:layout_height="match_parent"/&gt;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600" b="1">
                <a:solidFill>
                  <a:srgbClr val="FFD700"/>
                </a:solidFill>
              </a:defRPr>
            </a:pPr>
            <a:r>
              <a:t>fragment_intent.xml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9728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200">
                <a:solidFill>
                  <a:srgbClr val="E6E6E6"/>
                </a:solidFill>
              </a:defRPr>
            </a:pPr>
            <a:r>
              <a:t>&lt;?xml version="1.0" encoding="utf-8"?&gt;</a:t>
            </a:r>
            <a:br/>
            <a:r>
              <a:t>&lt;LinearLayout xmlns:android="http://schemas.android.com/apk/res/android"</a:t>
            </a:r>
            <a:br/>
            <a:r>
              <a:t> android:orientation="vertical"</a:t>
            </a:r>
            <a:br/>
            <a:r>
              <a:t> android:padding="16dp"</a:t>
            </a:r>
            <a:br/>
            <a:r>
              <a:t> android:layout_width="match_parent"</a:t>
            </a:r>
            <a:br/>
            <a:r>
              <a:t> android:layout_height="match_parent"&gt;</a:t>
            </a:r>
            <a:br/>
            <a:r>
              <a:t>&lt;Button android:id="@+id/btnDialer" android:text="Open Dialer"/&gt;</a:t>
            </a:r>
            <a:br/>
            <a:r>
              <a:t>&lt;Button android:id="@+id/btnSMS" android:text="Send SMS"/&gt;</a:t>
            </a:r>
            <a:br/>
            <a:r>
              <a:t>&lt;Button android:id="@+id/btnEmail" android:text="Send Email"/&gt;</a:t>
            </a:r>
            <a:br/>
            <a:r>
              <a:t>&lt;Button android:id="@+id/btnBrowser" android:text="Open Browser"/&gt;</a:t>
            </a:r>
            <a:br/>
            <a:r>
              <a:t>&lt;/LinearLayout&gt;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600" b="1">
                <a:solidFill>
                  <a:srgbClr val="FFD700"/>
                </a:solidFill>
              </a:defRPr>
            </a:pPr>
            <a:r>
              <a:t>MainActivity.java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9728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200">
                <a:solidFill>
                  <a:srgbClr val="E6E6E6"/>
                </a:solidFill>
              </a:defRPr>
            </a:pPr>
            <a:r>
              <a:t>package com.example.fragments;</a:t>
            </a:r>
            <a:br/>
            <a:br/>
            <a:r>
              <a:t>import androidx.appcompat.app.AppCompatActivity;</a:t>
            </a:r>
            <a:br/>
            <a:r>
              <a:t>import androidx.fragment.app.FragmentManager;</a:t>
            </a:r>
            <a:br/>
            <a:r>
              <a:t>import androidx.fragment.app.FragmentTransaction;</a:t>
            </a:r>
            <a:br/>
            <a:r>
              <a:t>import android.os.Bundle;</a:t>
            </a:r>
            <a:br/>
            <a:br/>
            <a:r>
              <a:t>public class MainActivity extends AppCompatActivity {</a:t>
            </a:r>
            <a:br/>
            <a:r>
              <a:t> @Override</a:t>
            </a:r>
            <a:br/>
            <a:r>
              <a:t> protected void onCreate(Bundle savedInstanceState) {</a:t>
            </a:r>
            <a:br/>
            <a:r>
              <a:t> super.onCreate(savedInstanceState);</a:t>
            </a:r>
            <a:br/>
            <a:r>
              <a:t> setContentView(R.layout.activity_main);</a:t>
            </a:r>
            <a:br/>
            <a:r>
              <a:t> if (savedInstanceState == null) {</a:t>
            </a:r>
            <a:br/>
            <a:r>
              <a:t> FragmentManager fm = getSupportFragmentManager();</a:t>
            </a:r>
            <a:br/>
            <a:r>
              <a:t> FragmentTransaction ft = fm.beginTransaction();</a:t>
            </a:r>
            <a:br/>
            <a:r>
              <a:t> ft.replace(R.id.fragment_container, new IntentFragment());</a:t>
            </a:r>
            <a:br/>
            <a:r>
              <a:t> ft.commit();</a:t>
            </a:r>
            <a:br/>
            <a:r>
              <a:t> }</a:t>
            </a:r>
            <a:br/>
            <a:r>
              <a:t>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600" b="1">
                <a:solidFill>
                  <a:srgbClr val="FFD700"/>
                </a:solidFill>
              </a:defRPr>
            </a:pPr>
            <a:r>
              <a:t>IntentFragment.java (Part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9728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200">
                <a:solidFill>
                  <a:srgbClr val="E6E6E6"/>
                </a:solidFill>
              </a:defRPr>
            </a:pPr>
            <a:r>
              <a:t>package com.example.fragments;</a:t>
            </a:r>
            <a:br/>
            <a:br/>
            <a:r>
              <a:t>import android.content.Intent;</a:t>
            </a:r>
            <a:br/>
            <a:r>
              <a:t>import android.net.Uri;</a:t>
            </a:r>
            <a:br/>
            <a:r>
              <a:t>import android.os.Bundle;</a:t>
            </a:r>
            <a:br/>
            <a:r>
              <a:t>import android.view.LayoutInflater;</a:t>
            </a:r>
            <a:br/>
            <a:r>
              <a:t>import android.view.View;</a:t>
            </a:r>
            <a:br/>
            <a:r>
              <a:t>import android.view.ViewGroup;</a:t>
            </a:r>
            <a:br/>
            <a:r>
              <a:t>import android.widget.Button;</a:t>
            </a:r>
            <a:br/>
            <a:r>
              <a:t>import androidx.fragment.app.Fragment;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600" b="1">
                <a:solidFill>
                  <a:srgbClr val="FFD700"/>
                </a:solidFill>
              </a:defRPr>
            </a:pPr>
            <a:r>
              <a:t>IntentFragment.java (Part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9728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200">
                <a:solidFill>
                  <a:srgbClr val="E6E6E6"/>
                </a:solidFill>
              </a:defRPr>
            </a:pPr>
            <a:r>
              <a:t>public class IntentFragment extends Fragment {</a:t>
            </a:r>
            <a:br/>
            <a:r>
              <a:t> @Override</a:t>
            </a:r>
            <a:br/>
            <a:r>
              <a:t> public View onCreateView(LayoutInflater inflater, ViewGroup container, Bundle savedInstanceState) {</a:t>
            </a:r>
            <a:br/>
            <a:r>
              <a:t> View view = inflater.inflate(R.layout.fragment_intent, container, false);</a:t>
            </a:r>
            <a:br/>
            <a:r>
              <a:t> Button btnDialer = view.findViewById(R.id.btnDialer);</a:t>
            </a:r>
            <a:br/>
            <a:r>
              <a:t> Button btnSMS = view.findViewById(R.id.btnSMS);</a:t>
            </a:r>
            <a:br/>
            <a:r>
              <a:t> Button btnEmail = view.findViewById(R.id.btnEmail);</a:t>
            </a:r>
            <a:br/>
            <a:r>
              <a:t> Button btnBrowser = view.findViewById(R.id.btnBrowser);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600" b="1">
                <a:solidFill>
                  <a:srgbClr val="FFD700"/>
                </a:solidFill>
              </a:defRPr>
            </a:pPr>
            <a:r>
              <a:t>IntentFragment.java (Part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9728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200">
                <a:solidFill>
                  <a:srgbClr val="E6E6E6"/>
                </a:solidFill>
              </a:defRPr>
            </a:pPr>
            <a:r>
              <a:t>btnDialer.setOnClickListener(v -&gt; startActivity(new Intent(Intent.ACTION_DIAL)));</a:t>
            </a:r>
            <a:br/>
            <a:r>
              <a:t>btnSMS.setOnClickListener(v -&gt; {</a:t>
            </a:r>
            <a:br/>
            <a:r>
              <a:t> Intent sms = new Intent(Intent.ACTION_VIEW, Uri.parse("sms:123456789"));</a:t>
            </a:r>
            <a:br/>
            <a:r>
              <a:t> sms.putExtra("sms_body", "Hello from Fragment!");</a:t>
            </a:r>
            <a:br/>
            <a:r>
              <a:t> startActivity(sms);</a:t>
            </a:r>
            <a:br/>
            <a:r>
              <a:t>});</a:t>
            </a:r>
            <a:br/>
            <a:r>
              <a:t>btnEmail.setOnClickListener(v -&gt; {</a:t>
            </a:r>
            <a:br/>
            <a:r>
              <a:t> Intent email = new Intent(Intent.ACTION_SENDTO, Uri.fromParts("mailto", "test@example.com", null));</a:t>
            </a:r>
            <a:br/>
            <a:r>
              <a:t> email.putExtra(Intent.EXTRA_SUBJECT, "Subject");</a:t>
            </a:r>
            <a:br/>
            <a:r>
              <a:t> startActivity(Intent.createChooser(email, "Send Email"));</a:t>
            </a:r>
            <a:br/>
            <a:r>
              <a:t>});</a:t>
            </a:r>
            <a:br/>
            <a:r>
              <a:t>btnBrowser.setOnClickListener(v -&gt; {</a:t>
            </a:r>
            <a:br/>
            <a:r>
              <a:t> Intent browser = new Intent(Intent.ACTION_VIEW, Uri.parse("https://www.google.com"));</a:t>
            </a:r>
            <a:br/>
            <a:r>
              <a:t> startActivity(browser);</a:t>
            </a:r>
            <a:br/>
            <a:r>
              <a:t>});</a:t>
            </a:r>
            <a:br/>
            <a:r>
              <a:t>return view;</a:t>
            </a:r>
            <a:br/>
            <a:r>
              <a:t>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600" b="1">
                <a:solidFill>
                  <a:srgbClr val="FFD700"/>
                </a:solidFill>
              </a:defRPr>
            </a:pPr>
            <a:r>
              <a:t>AndroidManifest.xml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9728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200">
                <a:solidFill>
                  <a:srgbClr val="E6E6E6"/>
                </a:solidFill>
              </a:defRPr>
            </a:pPr>
            <a:r>
              <a:t>&lt;application ...&gt;</a:t>
            </a:r>
            <a:br/>
            <a:r>
              <a:t> &lt;activity android:name=".MainActivity"&gt;</a:t>
            </a:r>
            <a:br/>
            <a:r>
              <a:t> &lt;intent-filter&gt;</a:t>
            </a:r>
            <a:br/>
            <a:r>
              <a:t> &lt;action android:name="android.intent.action.MAIN"/&gt;</a:t>
            </a:r>
            <a:br/>
            <a:r>
              <a:t> &lt;category android:name="android.intent.category.LAUNCHER"/&gt;</a:t>
            </a:r>
            <a:br/>
            <a:r>
              <a:t> &lt;/intent-filter&gt;</a:t>
            </a:r>
            <a:br/>
            <a:r>
              <a:t> &lt;/activity&gt;</a:t>
            </a:r>
            <a:br/>
            <a:r>
              <a:t>&lt;/application&gt;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600" b="1">
                <a:solidFill>
                  <a:srgbClr val="FFD700"/>
                </a:solidFill>
              </a:defRPr>
            </a:pPr>
            <a:r>
              <a:t>Running the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9728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200">
                <a:solidFill>
                  <a:srgbClr val="E6E6E6"/>
                </a:solidFill>
              </a:defRPr>
            </a:pPr>
            <a:r>
              <a:t>1. Build → Clean Project</a:t>
            </a:r>
            <a:br/>
            <a:r>
              <a:t>2. Build → Rebuild Project</a:t>
            </a:r>
            <a:br/>
            <a:r>
              <a:t>3. Run on Emulator</a:t>
            </a:r>
            <a:br/>
            <a:r>
              <a:t>4. Check for fragment display and button functionality.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600" b="1">
                <a:solidFill>
                  <a:srgbClr val="FFD700"/>
                </a:solidFill>
              </a:defRPr>
            </a:pPr>
            <a:r>
              <a:t>Understanding Intents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9728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200">
                <a:solidFill>
                  <a:srgbClr val="E6E6E6"/>
                </a:solidFill>
              </a:defRPr>
            </a:pPr>
            <a:r>
              <a:t>Intent is a messaging object used to request an action from another app component.</a:t>
            </a:r>
            <a:br/>
            <a:br/>
            <a:r>
              <a:t>Types:</a:t>
            </a:r>
            <a:br/>
            <a:r>
              <a:t>✔ Explicit Intents</a:t>
            </a:r>
            <a:br/>
            <a:r>
              <a:t>✔ Implicit Intents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600" b="1">
                <a:solidFill>
                  <a:srgbClr val="FFD700"/>
                </a:solidFill>
              </a:defRPr>
            </a:pPr>
            <a:r>
              <a:t>Intent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9728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200">
                <a:solidFill>
                  <a:srgbClr val="E6E6E6"/>
                </a:solidFill>
              </a:defRPr>
            </a:pPr>
            <a:r>
              <a:t>✔ ACTION_DIAL → Open dialer</a:t>
            </a:r>
            <a:br/>
            <a:r>
              <a:t>✔ ACTION_VIEW → Open browser or SMS</a:t>
            </a:r>
            <a:br/>
            <a:r>
              <a:t>✔ ACTION_SENDTO → Send email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600" b="1">
                <a:solidFill>
                  <a:srgbClr val="FFD700"/>
                </a:solidFill>
              </a:defRPr>
            </a:pPr>
            <a:r>
              <a:t>Common Errors &amp; Fixes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9728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200">
                <a:solidFill>
                  <a:srgbClr val="E6E6E6"/>
                </a:solidFill>
              </a:defRPr>
            </a:pPr>
            <a:r>
              <a:t>⚠ Missing fragment_container ID → Ensure it exists in XML</a:t>
            </a:r>
            <a:br/>
            <a:r>
              <a:t>⚠ Activity not declared → Check AndroidManifest.xml</a:t>
            </a:r>
            <a:br/>
            <a:r>
              <a:t>⚠ Intent crashes → Verify correct URI syntax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600" b="1">
                <a:solidFill>
                  <a:srgbClr val="FFD700"/>
                </a:solidFill>
              </a:defRPr>
            </a:pPr>
            <a:r>
              <a:t>Fragment vs Activity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9728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200">
                <a:solidFill>
                  <a:srgbClr val="E6E6E6"/>
                </a:solidFill>
              </a:defRPr>
            </a:pPr>
            <a:r>
              <a:t>Activity: Full screen UI controller.</a:t>
            </a:r>
            <a:br/>
            <a:r>
              <a:t>Fragment: Subpart of Activity.</a:t>
            </a:r>
            <a:br/>
            <a:r>
              <a:t>Both have their own lifecycle and can communicate using FragmentManager.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600" b="1">
                <a:solidFill>
                  <a:srgbClr val="FFD700"/>
                </a:solidFill>
              </a:defRPr>
            </a:pPr>
            <a:r>
              <a:t>Fragment Lifecycle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9728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200">
                <a:solidFill>
                  <a:srgbClr val="E6E6E6"/>
                </a:solidFill>
              </a:defRPr>
            </a:pPr>
            <a:r>
              <a:t>Illustration Placeholder: Show onSlide diagram for fragment lifecycle.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600" b="1">
                <a:solidFill>
                  <a:srgbClr val="FFD700"/>
                </a:solidFill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9728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200">
                <a:solidFill>
                  <a:srgbClr val="E6E6E6"/>
                </a:solidFill>
              </a:defRPr>
            </a:pPr>
            <a:r>
              <a:t>✔ Fragment = modular UI block</a:t>
            </a:r>
            <a:br/>
            <a:r>
              <a:t>✔ Can contain buttons and views</a:t>
            </a:r>
            <a:br/>
            <a:r>
              <a:t>✔ Communicates with Activity</a:t>
            </a:r>
            <a:br/>
            <a:r>
              <a:t>✔ Uses Intents to interact with system apps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600" b="1">
                <a:solidFill>
                  <a:srgbClr val="FFD700"/>
                </a:solidFill>
              </a:defRPr>
            </a:pPr>
            <a:r>
              <a:t>Viva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9728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200">
                <a:solidFill>
                  <a:srgbClr val="E6E6E6"/>
                </a:solidFill>
              </a:defRPr>
            </a:pPr>
            <a:r>
              <a:t>1. What is a Fragment?</a:t>
            </a:r>
            <a:br/>
            <a:r>
              <a:t>2. Difference between Activity and Fragment?</a:t>
            </a:r>
            <a:br/>
            <a:r>
              <a:t>3. What is FragmentTransaction?</a:t>
            </a:r>
            <a:br/>
            <a:r>
              <a:t>4. What are implicit and explicit intents?</a:t>
            </a:r>
            <a:br/>
            <a:r>
              <a:t>5. How do you open the dialer using Intent?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600" b="1">
                <a:solidFill>
                  <a:srgbClr val="FFD700"/>
                </a:solidFill>
              </a:defRPr>
            </a:pPr>
            <a:r>
              <a:t>Lab Task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9728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200">
                <a:solidFill>
                  <a:srgbClr val="E6E6E6"/>
                </a:solidFill>
              </a:defRPr>
            </a:pPr>
            <a:r>
              <a:t>Create a Fragment with two buttons:</a:t>
            </a:r>
            <a:br/>
            <a:r>
              <a:t>1. Open Maps</a:t>
            </a:r>
            <a:br/>
            <a:r>
              <a:t>2. Open YouTube</a:t>
            </a:r>
            <a:br/>
            <a:r>
              <a:t>Hint: Use Intent with ACTION_VIEW and appropriate URIs.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600" b="1">
                <a:solidFill>
                  <a:srgbClr val="FFD700"/>
                </a:solidFill>
              </a:defRPr>
            </a:pPr>
            <a:r>
              <a:t>Lab Task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9728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200">
                <a:solidFill>
                  <a:srgbClr val="E6E6E6"/>
                </a:solidFill>
              </a:defRPr>
            </a:pPr>
            <a:r>
              <a:t>Modify your Fragment to include EditText for user input and send it via SMS Intent.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1338</Words>
  <Application>Microsoft Office PowerPoint</Application>
  <PresentationFormat>Custom</PresentationFormat>
  <Paragraphs>95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Hp</cp:lastModifiedBy>
  <cp:revision>8</cp:revision>
  <dcterms:created xsi:type="dcterms:W3CDTF">2013-01-27T09:14:16Z</dcterms:created>
  <dcterms:modified xsi:type="dcterms:W3CDTF">2025-11-04T09:38:24Z</dcterms:modified>
  <cp:category/>
</cp:coreProperties>
</file>