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6E0EB-DAC9-88F0-CD74-577D4724A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C4533D-EFEF-1E77-7AD5-99BD9A09F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60AEB-B30C-9CBE-39D7-8489243CF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3F34-0C85-4992-8945-52B5B79BB83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33C57-155C-8E91-8395-79A60182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6BB65-22A7-8872-EA18-A0A01C2C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F4BB-D38A-4A82-9FCF-998B575D8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62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B2524-F0AD-EF2F-6831-981160F6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53277-9640-664C-431F-7BDDD6760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D62E2-6DC5-176A-A773-54A78732E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3F34-0C85-4992-8945-52B5B79BB83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9BC34-5977-6900-4D54-24F22E9A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52A23-DFC3-F19C-EE27-211322374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F4BB-D38A-4A82-9FCF-998B575D8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49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7E949-7287-E3F9-9188-EAF9808D2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1798D-81C7-CFDE-672C-3FF0566F2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A355E-847A-70FF-1CFD-DA707BCDD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3F34-0C85-4992-8945-52B5B79BB83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89027-BED9-F19D-3A5C-F1ABD2822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A4927-CBC2-D21A-5B38-E4CD8A0B9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F4BB-D38A-4A82-9FCF-998B575D8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095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728BD-1221-1D65-F172-5EF9363E2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96FE4-B5ED-786E-3EE6-F1417283D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D2C89-766E-DBB8-72DF-1098D31C6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F3ADC-AE06-8A7E-4E5D-4B87C640B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3F34-0C85-4992-8945-52B5B79BB83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367D-FB3F-FC25-4F6C-331EE768F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BA33B-3709-E463-C4E6-1DEF1A7C3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F4BB-D38A-4A82-9FCF-998B575D8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710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F2B01-2EA6-4D06-2B41-3A65523E8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82705-CDC7-222B-B036-09F15DB9E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1D176-3594-4394-5306-BFD3BEA2B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5A1CAE-66E6-C1D8-E314-E895EA26F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882245-C227-996C-D166-5FA796A11B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DD00F4-968C-E0FE-89AA-FCFBCC14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3F34-0C85-4992-8945-52B5B79BB83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B8E9B5-CE89-BEC0-0463-0983DE740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65561B-5554-36E7-9735-D42BCF803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F4BB-D38A-4A82-9FCF-998B575D8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73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FF7D-5CFC-7D01-0473-1F9B3F452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222710-300D-0647-4FBC-DEA35BB57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3F34-0C85-4992-8945-52B5B79BB83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BDE21A-BEDD-4DB6-9958-A4D64F7DF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10E276-1B40-C8E0-D455-4C5BCCEF5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F4BB-D38A-4A82-9FCF-998B575D8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92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92A4FD-AABA-A6F0-DEDA-60C7DB1B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3F34-0C85-4992-8945-52B5B79BB83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C72E11-2D28-769C-9BD1-E3BBBDD58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370DC-DA14-7CBA-32B0-64CE3086D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F4BB-D38A-4A82-9FCF-998B575D8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9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1EE01-DEBF-A2B7-060D-B9C4934B0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4A90-3C52-D498-7CF9-B685DF8B6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C1140-E0AB-B0FA-F9DB-B66200D55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FD028-B0E1-3ACF-FDA6-1AEDDD684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3F34-0C85-4992-8945-52B5B79BB83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15606-B65E-CF72-9F58-E066F185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62984-A3D2-8C55-B4E0-A1FEFE33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F4BB-D38A-4A82-9FCF-998B575D8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0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D8B-EBD6-DE0E-C75D-D16546F7D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9391FF-9FAC-B5DF-B37E-5ED483655E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D382C-80EE-5CB1-885F-2141EA62A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9F62B-ECB0-6C77-D19A-8DB4928CB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3F34-0C85-4992-8945-52B5B79BB83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CB611-8E40-1485-4D9E-579BCEDCA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5B05A-2271-9B5D-BADC-7D0CDEAF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F4BB-D38A-4A82-9FCF-998B575D8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050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AA12-C855-D96F-CB59-7208EF4E8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4CA95B-93D2-944C-B9D9-E9FA9F96A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EDA57-311C-76B8-7E87-4F58BD119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3F34-0C85-4992-8945-52B5B79BB83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D8803-63F0-15AC-0856-8F01726DB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75CBF-E24A-218B-9A1B-4B913F8D7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F4BB-D38A-4A82-9FCF-998B575D8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86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61B1E6-860E-87B4-29F4-F83CED349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B0888-3048-B0E7-6659-08FCB995F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32CE0-BBD5-7170-A31D-459E18D7A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3F34-0C85-4992-8945-52B5B79BB83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C5CA2-306F-C7C6-A49D-B1352DBF0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ACF91-BA4C-4DA1-01BC-DF74C6ED9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F4BB-D38A-4A82-9FCF-998B575D8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51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C525BA-E49A-5AEA-C7D6-BDA23BB8D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C5C8D-600A-9C45-59A9-C1510C60B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EB46C-FDEF-6BD8-06C6-AE385216CC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53F34-0C85-4992-8945-52B5B79BB83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03D79-530A-15EE-8D28-9FEF4FE82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25B1F-6E0C-D6C4-29BD-B58B4C4CB1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DF4BB-D38A-4A82-9FCF-998B575D8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6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40B18-432D-AFE8-6658-B02BC8D191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BASIC CODES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6F830-D536-3763-6D8B-7FA2EF7951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ADNAN MAJEED</a:t>
            </a:r>
          </a:p>
          <a:p>
            <a:r>
              <a:rPr lang="en-US" dirty="0"/>
              <a:t>LECTURER CS</a:t>
            </a:r>
          </a:p>
        </p:txBody>
      </p:sp>
    </p:spTree>
    <p:extLst>
      <p:ext uri="{BB962C8B-B14F-4D97-AF65-F5344CB8AC3E}">
        <p14:creationId xmlns:p14="http://schemas.microsoft.com/office/powerpoint/2010/main" val="4173694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9AD1-C258-98A3-88A0-76ACE9544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 ODD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A16D7-7958-D139-7C28-79E51C4D7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EvenOdd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){</a:t>
            </a:r>
            <a:br>
              <a:rPr lang="en-US" dirty="0"/>
            </a:br>
            <a:r>
              <a:rPr lang="en-US" dirty="0"/>
              <a:t>        int num=15;</a:t>
            </a:r>
            <a:br>
              <a:rPr lang="en-US" dirty="0"/>
            </a:br>
            <a:r>
              <a:rPr lang="en-US" dirty="0"/>
              <a:t>        if (num % 2 ==0)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(num +" is Even");</a:t>
            </a:r>
            <a:br>
              <a:rPr lang="en-US" dirty="0"/>
            </a:br>
            <a:r>
              <a:rPr lang="en-US" dirty="0"/>
              <a:t>        else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(num + " is Odd");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601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D8118-A260-2EF7-225C-A8399F02C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F36D0-4AD9-CE35-4987-02FD850C2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public class Table5 {</a:t>
            </a:r>
            <a:br>
              <a:rPr lang="en-US" dirty="0"/>
            </a:br>
            <a:r>
              <a:rPr lang="en-US" dirty="0"/>
              <a:t>    public static void main(String </a:t>
            </a:r>
            <a:r>
              <a:rPr lang="en-US" dirty="0" err="1"/>
              <a:t>args</a:t>
            </a:r>
            <a:r>
              <a:rPr lang="en-US" dirty="0"/>
              <a:t>[]) {</a:t>
            </a:r>
            <a:br>
              <a:rPr lang="en-US" dirty="0"/>
            </a:br>
            <a:r>
              <a:rPr lang="en-US" dirty="0"/>
              <a:t>        for (int </a:t>
            </a:r>
            <a:r>
              <a:rPr lang="en-US" dirty="0" err="1"/>
              <a:t>i</a:t>
            </a:r>
            <a:r>
              <a:rPr lang="en-US" dirty="0"/>
              <a:t> = 1; </a:t>
            </a:r>
            <a:r>
              <a:rPr lang="en-US" dirty="0" err="1"/>
              <a:t>i</a:t>
            </a:r>
            <a:r>
              <a:rPr lang="en-US" dirty="0"/>
              <a:t> &lt;= 10; </a:t>
            </a:r>
            <a:r>
              <a:rPr lang="en-US" dirty="0" err="1"/>
              <a:t>i</a:t>
            </a:r>
            <a:r>
              <a:rPr lang="en-US" dirty="0"/>
              <a:t>++) {</a:t>
            </a:r>
            <a:br>
              <a:rPr lang="en-US" dirty="0"/>
            </a:br>
            <a:r>
              <a:rPr lang="en-US" i="1" dirty="0"/>
              <a:t>//            for(int j=1; j&lt;=10; </a:t>
            </a:r>
            <a:r>
              <a:rPr lang="en-US" i="1" dirty="0" err="1"/>
              <a:t>j++</a:t>
            </a:r>
            <a:r>
              <a:rPr lang="en-US" i="1" dirty="0"/>
              <a:t>){</a:t>
            </a:r>
            <a:br>
              <a:rPr lang="en-US" i="1" dirty="0"/>
            </a:br>
            <a:r>
              <a:rPr lang="en-US" i="1" dirty="0"/>
              <a:t>            </a:t>
            </a: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("15 x" + </a:t>
            </a:r>
            <a:r>
              <a:rPr lang="en-US" dirty="0" err="1"/>
              <a:t>i</a:t>
            </a:r>
            <a:r>
              <a:rPr lang="en-US" dirty="0"/>
              <a:t> + "=" + (15 * </a:t>
            </a:r>
            <a:r>
              <a:rPr lang="en-US" dirty="0" err="1"/>
              <a:t>i</a:t>
            </a:r>
            <a:r>
              <a:rPr lang="en-US" dirty="0"/>
              <a:t>));</a:t>
            </a:r>
            <a:br>
              <a:rPr lang="en-US" dirty="0"/>
            </a:br>
            <a:r>
              <a:rPr lang="en-US" dirty="0"/>
              <a:t>        }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        }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171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A4758-6978-B913-0F98-35AB7018D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ICE CREAM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D4D19-2EFF-25A0-6D7D-A50B1702F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IceCream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 public </a:t>
            </a:r>
            <a:r>
              <a:rPr lang="en-US" dirty="0" err="1"/>
              <a:t>IceCream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public static void main(String </a:t>
            </a:r>
            <a:r>
              <a:rPr lang="en-US" dirty="0" err="1"/>
              <a:t>args</a:t>
            </a:r>
            <a:r>
              <a:rPr lang="en-US" dirty="0"/>
              <a:t>[]) {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String ice1 = "</a:t>
            </a:r>
            <a:r>
              <a:rPr lang="en-US" dirty="0" err="1"/>
              <a:t>kulfa</a:t>
            </a:r>
            <a:r>
              <a:rPr lang="en-US" dirty="0"/>
              <a:t>";</a:t>
            </a:r>
            <a:br>
              <a:rPr lang="en-US" dirty="0"/>
            </a:br>
            <a:r>
              <a:rPr lang="en-US" dirty="0"/>
              <a:t>        String ice2 = "Orange";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if (ice1 == "Vanilla")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("Order placed with Vanilla ice cream ");</a:t>
            </a:r>
            <a:br>
              <a:rPr lang="en-US" dirty="0"/>
            </a:br>
            <a:r>
              <a:rPr lang="en-US" dirty="0"/>
              <a:t>        else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("selected ice cream not </a:t>
            </a:r>
            <a:r>
              <a:rPr lang="en-US" dirty="0" err="1"/>
              <a:t>avaialble</a:t>
            </a:r>
            <a:r>
              <a:rPr lang="en-US" dirty="0"/>
              <a:t>");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}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79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D4991-13F7-2366-888A-F988DF2AC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LEAP YEAR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C5714-A760-44EB-929E-37D96D958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LeapYear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 public static void main(String </a:t>
            </a:r>
            <a:r>
              <a:rPr lang="en-US" dirty="0" err="1"/>
              <a:t>args</a:t>
            </a:r>
            <a:r>
              <a:rPr lang="en-US" dirty="0"/>
              <a:t>[]){</a:t>
            </a:r>
            <a:br>
              <a:rPr lang="en-US" dirty="0"/>
            </a:br>
            <a:r>
              <a:rPr lang="en-US" dirty="0"/>
              <a:t>        int year=2026;</a:t>
            </a:r>
            <a:br>
              <a:rPr lang="en-US" dirty="0"/>
            </a:br>
            <a:r>
              <a:rPr lang="en-US" dirty="0"/>
              <a:t>        if((year % 400 == 0) || (year%4==0 &amp;&amp; year % 100!=0))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(year+" is a leap year");</a:t>
            </a:r>
            <a:br>
              <a:rPr lang="en-US" dirty="0"/>
            </a:br>
            <a:r>
              <a:rPr lang="en-US" dirty="0"/>
              <a:t>        else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(year +" is Not a </a:t>
            </a:r>
            <a:r>
              <a:rPr lang="en-US" dirty="0" err="1"/>
              <a:t>lear</a:t>
            </a:r>
            <a:r>
              <a:rPr lang="en-US" dirty="0"/>
              <a:t> year");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907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8D168-2EDB-79E0-B5C6-CAAE5706A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B0194-BA03-D926-47C1-72CD72245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public class user {</a:t>
            </a:r>
            <a:br>
              <a:rPr lang="en-US" dirty="0"/>
            </a:br>
            <a:r>
              <a:rPr lang="en-US" dirty="0"/>
              <a:t>    public static void main(String </a:t>
            </a:r>
            <a:r>
              <a:rPr lang="en-US" dirty="0" err="1"/>
              <a:t>args</a:t>
            </a:r>
            <a:r>
              <a:rPr lang="en-US" dirty="0"/>
              <a:t>[]){</a:t>
            </a:r>
            <a:br>
              <a:rPr lang="en-US" dirty="0"/>
            </a:br>
            <a:r>
              <a:rPr lang="en-US" dirty="0"/>
              <a:t>        String user="</a:t>
            </a:r>
            <a:r>
              <a:rPr lang="en-US" dirty="0" err="1"/>
              <a:t>sibha</a:t>
            </a:r>
            <a:r>
              <a:rPr lang="en-US" dirty="0"/>
              <a:t>";</a:t>
            </a:r>
            <a:br>
              <a:rPr lang="en-US" dirty="0"/>
            </a:br>
            <a:r>
              <a:rPr lang="en-US" dirty="0"/>
              <a:t>        String password="123";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if (user=="</a:t>
            </a:r>
            <a:r>
              <a:rPr lang="en-US" dirty="0" err="1"/>
              <a:t>zoha</a:t>
            </a:r>
            <a:r>
              <a:rPr lang="en-US" dirty="0"/>
              <a:t>")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("logged in </a:t>
            </a:r>
            <a:r>
              <a:rPr lang="en-US" dirty="0" err="1"/>
              <a:t>succcessfully</a:t>
            </a:r>
            <a:r>
              <a:rPr lang="en-US" dirty="0"/>
              <a:t> ");</a:t>
            </a:r>
            <a:br>
              <a:rPr lang="en-US" dirty="0"/>
            </a:br>
            <a:r>
              <a:rPr lang="en-US" dirty="0"/>
              <a:t>        else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("not a correct user");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418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419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JAVA BASIC CODES </vt:lpstr>
      <vt:lpstr>EVEN ODD JAVA</vt:lpstr>
      <vt:lpstr>TABLE PRINT</vt:lpstr>
      <vt:lpstr>ICE CREAM </vt:lpstr>
      <vt:lpstr>LEAP YEAR </vt:lpstr>
      <vt:lpstr>USER JAVA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7</cp:revision>
  <dcterms:created xsi:type="dcterms:W3CDTF">2025-10-31T19:56:37Z</dcterms:created>
  <dcterms:modified xsi:type="dcterms:W3CDTF">2025-10-31T19:58:46Z</dcterms:modified>
</cp:coreProperties>
</file>