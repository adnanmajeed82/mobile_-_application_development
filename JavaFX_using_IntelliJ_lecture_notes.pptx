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JavaFX Using IntelliJ </a:t>
            </a:r>
            <a:r>
              <a:t>IDEA </a:t>
            </a:r>
            <a:r>
              <a:rPr lang="en-US"/>
              <a:t> 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Lecture Notes with Scene Builder, JAR Configuration &amp; Examples</a:t>
            </a:r>
          </a:p>
          <a:p>
            <a:r>
              <a:rPr dirty="0"/>
              <a:t>By: Adnan Majeed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Understand JavaFX as a GUI toolkit</a:t>
            </a:r>
          </a:p>
          <a:p>
            <a:r>
              <a:t>• Configure JavaFX SDK in IntelliJ IDEA</a:t>
            </a:r>
          </a:p>
          <a:p>
            <a:r>
              <a:t>• Use Scene Builder for visual design</a:t>
            </a:r>
          </a:p>
          <a:p>
            <a:r>
              <a:t>• Develop JavaFX app using FXML &amp; Controller</a:t>
            </a:r>
          </a:p>
          <a:p>
            <a:r>
              <a:t>• Export executable JAR files</a:t>
            </a:r>
          </a:p>
          <a:p>
            <a:r>
              <a:t>• Understand event handling &amp; layouts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JavaFX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JavaFX is a modern GUI toolkit replacing Swing and AWT.</a:t>
            </a:r>
          </a:p>
          <a:p>
            <a:r>
              <a:t>It supports FXML, CSS styling, media integration, and more.</a:t>
            </a:r>
          </a:p>
          <a:p>
            <a:endParaRPr/>
          </a:p>
          <a:p>
            <a:r>
              <a:t>Key Components:</a:t>
            </a:r>
          </a:p>
          <a:p>
            <a:r>
              <a:t>• Stage – Top-level window container</a:t>
            </a:r>
          </a:p>
          <a:p>
            <a:r>
              <a:t>• Scene – Holds UI elements</a:t>
            </a:r>
          </a:p>
          <a:p>
            <a:r>
              <a:t>• Nodes – Visual components</a:t>
            </a:r>
          </a:p>
          <a:p>
            <a:r>
              <a:t>• Layout Panes – Manage component arrangement</a:t>
            </a:r>
          </a:p>
          <a:p>
            <a:r>
              <a:t>• FXML – XML UI structure</a:t>
            </a:r>
          </a:p>
          <a:p>
            <a:r>
              <a:t>• Controller – Java class with UI logic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JavaFX Setup in IntelliJ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1. Install IntelliJ IDEA (Community/Ultimate)</a:t>
            </a:r>
          </a:p>
          <a:p>
            <a:r>
              <a:t>2. Download JavaFX SDK from openjfx.io</a:t>
            </a:r>
          </a:p>
          <a:p>
            <a:r>
              <a:t>3. Install Scene Builder from GluonHQ</a:t>
            </a:r>
          </a:p>
          <a:p>
            <a:r>
              <a:t>4. Install JDK 21+</a:t>
            </a:r>
          </a:p>
          <a:p>
            <a:r>
              <a:t>5. Configure SDK: File → Project Structure → Libraries → Add JavaFX SDK/lib</a:t>
            </a:r>
          </a:p>
          <a:p>
            <a:r>
              <a:t>6. VM Options:</a:t>
            </a:r>
          </a:p>
          <a:p>
            <a:r>
              <a:t>--module-path "C:\path\to\javafx-sdk-21\lib" --add-modules javafx.controls,javafx.fxml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Builder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Scene Builder helps in visual GUI design using drag-and-drop.</a:t>
            </a:r>
          </a:p>
          <a:p>
            <a:endParaRPr/>
          </a:p>
          <a:p>
            <a:r>
              <a:t>Objectives:</a:t>
            </a:r>
          </a:p>
          <a:p>
            <a:r>
              <a:t>• Visual UI design</a:t>
            </a:r>
          </a:p>
          <a:p>
            <a:r>
              <a:t>• Automatic FXML creation</a:t>
            </a:r>
          </a:p>
          <a:p>
            <a:r>
              <a:t>• CSS styling integration</a:t>
            </a:r>
          </a:p>
          <a:p>
            <a:r>
              <a:t>• Controller binding</a:t>
            </a:r>
          </a:p>
          <a:p>
            <a:r>
              <a:t>• Simplified layout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Integrating Scene Builder with IntelliJ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Go to File → Settings → Languages &amp; Frameworks → JavaFX</a:t>
            </a:r>
          </a:p>
          <a:p>
            <a:r>
              <a:t>2. Set Scene Builder executable path</a:t>
            </a:r>
          </a:p>
          <a:p>
            <a:r>
              <a:t>3. Right-click .fxml → Open in Scene Builder</a:t>
            </a:r>
          </a:p>
          <a:p>
            <a:r>
              <a:t>4. Link controllers for FXML methods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JavaFX Application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t>Basic JavaFX structure includes:</a:t>
            </a:r>
          </a:p>
          <a:p>
            <a:r>
              <a:t>• Main.java – Entry point</a:t>
            </a:r>
          </a:p>
          <a:p>
            <a:r>
              <a:t>• hello-view.fxml – UI layout</a:t>
            </a:r>
          </a:p>
          <a:p>
            <a:r>
              <a:t>• HelloController.java – Logic handling</a:t>
            </a:r>
          </a:p>
          <a:p>
            <a:endParaRPr/>
          </a:p>
          <a:p>
            <a:r>
              <a:t>Main.java:</a:t>
            </a:r>
          </a:p>
          <a:p>
            <a:r>
              <a:t>-----------------------------------------</a:t>
            </a:r>
          </a:p>
          <a:p>
            <a:r>
              <a:t>@Override</a:t>
            </a:r>
          </a:p>
          <a:p>
            <a:r>
              <a:t>public void start(Stage stage) throws Exception {</a:t>
            </a:r>
          </a:p>
          <a:p>
            <a:r>
              <a:t> FXMLLoader fxmlLoader = new FXMLLoader(getClass().getResource("hello-view.fxml"));</a:t>
            </a:r>
          </a:p>
          <a:p>
            <a:r>
              <a:t> Scene scene = new Scene(fxmlLoader.load(), 400, 300);</a:t>
            </a:r>
          </a:p>
          <a:p>
            <a:r>
              <a:t> stage.setTitle("Hello JavaFX");</a:t>
            </a:r>
          </a:p>
          <a:p>
            <a:r>
              <a:t> stage.setScene(scene);</a:t>
            </a:r>
          </a:p>
          <a:p>
            <a:r>
              <a:t> stage.show();</a:t>
            </a:r>
          </a:p>
          <a:p>
            <a:r>
              <a:t>}</a:t>
            </a:r>
          </a:p>
          <a:p>
            <a:r>
              <a:t>-----------------------------------------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FXML Layout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hello-view.fxml</a:t>
            </a:r>
          </a:p>
          <a:p>
            <a:r>
              <a:t>-----------------------------------------</a:t>
            </a:r>
          </a:p>
          <a:p>
            <a:r>
              <a:t>&lt;VBox spacing="15" alignment="CENTER" </a:t>
            </a:r>
          </a:p>
          <a:p>
            <a:r>
              <a:t>xmlns="http://javafx.com/javafx" </a:t>
            </a:r>
          </a:p>
          <a:p>
            <a:r>
              <a:t>xmlns:fx="http://javafx.com/fxml"</a:t>
            </a:r>
          </a:p>
          <a:p>
            <a:r>
              <a:t>fx:controller="com.example.javafxapp.HelloController"&gt;</a:t>
            </a:r>
          </a:p>
          <a:p>
            <a:r>
              <a:t>  &lt;Label text="Welcome to JavaFX!" /&gt;</a:t>
            </a:r>
          </a:p>
          <a:p>
            <a:r>
              <a:t>  &lt;Button text="Click Me" onAction="#onHelloButtonClick"/&gt;</a:t>
            </a:r>
          </a:p>
          <a:p>
            <a:r>
              <a:t>&lt;/VBox&gt;</a:t>
            </a:r>
          </a:p>
          <a:p>
            <a:r>
              <a:t>-----------------------------------------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Controller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HelloController.java</a:t>
            </a:r>
          </a:p>
          <a:p>
            <a:r>
              <a:t>-----------------------------------------</a:t>
            </a:r>
          </a:p>
          <a:p>
            <a:r>
              <a:t>@FXML</a:t>
            </a:r>
          </a:p>
          <a:p>
            <a:r>
              <a:t>private Label welcomeText;</a:t>
            </a:r>
          </a:p>
          <a:p>
            <a:endParaRPr/>
          </a:p>
          <a:p>
            <a:r>
              <a:t>@FXML</a:t>
            </a:r>
          </a:p>
          <a:p>
            <a:r>
              <a:t>protected void onHelloButtonClick() {</a:t>
            </a:r>
          </a:p>
          <a:p>
            <a:r>
              <a:t>    welcomeText.setText("Hello JavaFX! Event Triggered.");</a:t>
            </a:r>
          </a:p>
          <a:p>
            <a:r>
              <a:t>}</a:t>
            </a:r>
          </a:p>
          <a:p>
            <a:r>
              <a:t>-----------------------------------------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and Running JAR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File → Project Structure → Artifacts → + → JAR → From Modules</a:t>
            </a:r>
          </a:p>
          <a:p>
            <a:r>
              <a:t>2. Select Main class</a:t>
            </a:r>
          </a:p>
          <a:p>
            <a:r>
              <a:t>3. Build → Build Artifacts → Build</a:t>
            </a:r>
          </a:p>
          <a:p>
            <a:r>
              <a:t>4. Run in CMD:</a:t>
            </a:r>
          </a:p>
          <a:p>
            <a:r>
              <a:t>java --module-path "C:\path\to\javafx-sdk-21\lib" --add-modules javafx.controls,javafx.fxml -jar javafxapp.jar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JavaFX SDK JAR Files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JavaFX SDK /lib includes:</a:t>
            </a:r>
          </a:p>
          <a:p>
            <a:r>
              <a:t>• javafx.base.jar – Core APIs</a:t>
            </a:r>
          </a:p>
          <a:p>
            <a:r>
              <a:t>• javafx.controls.jar – UI elements</a:t>
            </a:r>
          </a:p>
          <a:p>
            <a:r>
              <a:t>• javafx.fxml.jar – FXML support</a:t>
            </a:r>
          </a:p>
          <a:p>
            <a:r>
              <a:t>• javafx.graphics.jar – Rendering system</a:t>
            </a:r>
          </a:p>
          <a:p>
            <a:r>
              <a:t>• javafx.media.jar – Audio/Video</a:t>
            </a:r>
          </a:p>
          <a:p>
            <a:r>
              <a:t>• javafx.web.jar – WebView support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Errors and Fixes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'JavaFX runtime components missing' → Add module path in VM options</a:t>
            </a:r>
          </a:p>
          <a:p>
            <a:r>
              <a:t>• 'FXML not found' → Check resource path</a:t>
            </a:r>
          </a:p>
          <a:p>
            <a:r>
              <a:t>• 'Button action not working' → Verify controller fx:controller tag</a:t>
            </a:r>
          </a:p>
          <a:p>
            <a:r>
              <a:t>• 'Scene Builder not opening' → Configure Scene Builder path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JavaFX – GUI framework for modern Java apps</a:t>
            </a:r>
          </a:p>
          <a:p>
            <a:r>
              <a:t>• Scene Builder – Visual layout tool</a:t>
            </a:r>
          </a:p>
          <a:p>
            <a:r>
              <a:t>• FXML – XML-based UI structure</a:t>
            </a:r>
          </a:p>
          <a:p>
            <a:r>
              <a:t>• Controller – Logic handler</a:t>
            </a:r>
          </a:p>
          <a:p>
            <a:r>
              <a:t>• JAR – Executable deployment package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https://openjfx.io</a:t>
            </a:r>
          </a:p>
          <a:p>
            <a:r>
              <a:t>• https://gluonhq.com/products/scene-builder/</a:t>
            </a:r>
          </a:p>
          <a:p>
            <a:r>
              <a:t>• https://www.jetbrains.com/help/idea/javafx.html</a:t>
            </a:r>
          </a:p>
          <a:p>
            <a:r>
              <a:t>• https://docs.oracle.com/javafx/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6D0A5F-3C42-2EEF-FD56-F98D8BC9EA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53775" y="1223390"/>
            <a:ext cx="4925529" cy="3911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136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754</Words>
  <Application>Microsoft Office PowerPoint</Application>
  <PresentationFormat>Widescreen</PresentationFormat>
  <Paragraphs>112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JavaFX Using IntelliJ IDEA  </vt:lpstr>
      <vt:lpstr>Learning Objectives</vt:lpstr>
      <vt:lpstr>Introduction to JavaFX</vt:lpstr>
      <vt:lpstr>JavaFX Setup in IntelliJ IDEA</vt:lpstr>
      <vt:lpstr>Scene Builder Objectives</vt:lpstr>
      <vt:lpstr>Integrating Scene Builder with IntelliJ</vt:lpstr>
      <vt:lpstr>JavaFX Application Structure</vt:lpstr>
      <vt:lpstr>FXML Layout Example</vt:lpstr>
      <vt:lpstr>Controller Example</vt:lpstr>
      <vt:lpstr>Building and Running JAR File</vt:lpstr>
      <vt:lpstr>JavaFX SDK JAR Files Overview</vt:lpstr>
      <vt:lpstr>Common Errors and Fixes</vt:lpstr>
      <vt:lpstr>Summary</vt:lpstr>
      <vt:lpstr>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Hp</cp:lastModifiedBy>
  <cp:revision>4</cp:revision>
  <dcterms:created xsi:type="dcterms:W3CDTF">2013-01-27T09:14:16Z</dcterms:created>
  <dcterms:modified xsi:type="dcterms:W3CDTF">2025-10-31T20:05:00Z</dcterms:modified>
  <cp:category/>
</cp:coreProperties>
</file>