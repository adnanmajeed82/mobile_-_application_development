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9E40-DBBA-775A-E4C5-CE492D2B9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47C6B0-3929-21C0-C5F5-502D7D3CD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F1841-C813-1E6A-0210-A600CCF2D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4D62-2AB3-4D2C-B298-324930FE802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E74AC-59A9-2837-7FE1-DEE4F49DA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3B122-9BB6-FA70-59D3-D2C9B1E3E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1A453-2332-4589-AC96-22A0D562C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1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D7656-2990-F466-3916-B0889440E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B4909-CA08-B4A5-17B4-2703127C5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5D2D7-CFFE-BE37-B0F3-7D97F9F8C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4D62-2AB3-4D2C-B298-324930FE802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BC8D9-0597-8C4B-FC7E-CE306A731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49EBF-4F61-3916-A37F-6A25BB01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1A453-2332-4589-AC96-22A0D562C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41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4154B-B5E6-440D-B6E2-AFF5E8DED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46800-62BC-A5B0-C2E7-5F228C4EE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DD47D-89F0-FB30-AAA8-6494DFA2C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4D62-2AB3-4D2C-B298-324930FE802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06365-857F-E2B5-B4E7-7DCAC818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F9763-6786-89EE-4849-5A8B8BF3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1A453-2332-4589-AC96-22A0D562C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4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69121-2AAA-DFE7-0699-7C33DCAAE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F835F-FA19-9E4A-D1CF-372730BEB0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C8F4E-02A0-E261-7D22-D3041ECC3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38B18-CF97-F873-9CE5-01992038B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4D62-2AB3-4D2C-B298-324930FE802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1CC64-BC38-1E21-B2E3-29FFB8F2B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91E85-D1EE-9519-9808-35BC7F9B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1A453-2332-4589-AC96-22A0D562C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9D708-4B92-BE63-D4F3-BEDAA615D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6A184-ED64-A761-60F1-076AB7CFA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0B774-6308-602F-9831-6308BF719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E05E29-66A9-8841-DC57-667251AAD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3112A-7B20-4F11-F33B-ABBC2ED03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4199A2-319F-F3F9-4A77-146C263B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4D62-2AB3-4D2C-B298-324930FE802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2C3488-6DFE-A982-F3C0-C8563C547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AA8219-7CFC-0677-3748-E9C1EF006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1A453-2332-4589-AC96-22A0D562C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475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F3592-DDCC-BBFD-B143-D376F4867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A28E5-EEF6-6C0A-150E-A941A4A1E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4D62-2AB3-4D2C-B298-324930FE802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A3844C-8987-5854-F057-47BD969DF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055B98-A06A-B72A-0041-07979F47F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1A453-2332-4589-AC96-22A0D562C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78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90D63-3EAC-D975-58E7-CC3399E4F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4D62-2AB3-4D2C-B298-324930FE802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0F7166-7C8F-686E-0695-446DF9A04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40E9B-2AD8-8729-1E94-B83D051B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1A453-2332-4589-AC96-22A0D562C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2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065-D13B-6240-AEB0-85814DFB4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36BF3-3D9B-B465-0741-BF331760F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6AAED-11F2-42C3-C561-B3A6517AF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714C8-E590-3C51-4515-A95EFD944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4D62-2AB3-4D2C-B298-324930FE802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B59D4-3D2E-2E10-A878-13B84263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BDFD3-7CAC-B203-8EBA-AA759C27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1A453-2332-4589-AC96-22A0D562C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4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F928-CB13-438D-01B2-62BCBF87D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D705A3-4A87-7DED-2CA0-1B7841DD0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B5055-D8A5-3B3E-5529-1C41E4E46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276C7-E305-D5B3-FD04-4DA777828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4D62-2AB3-4D2C-B298-324930FE802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F4730-43CF-F61E-6BA3-2A510618A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DBB0E-A3D2-A6E7-4A5E-DC2C4305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1A453-2332-4589-AC96-22A0D562C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138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050EA-D08B-3351-414F-0DC18FD3F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8C4A4-54F1-1025-68D9-AB9FCE8DF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7D7EE-157C-C1F7-0CB4-ED32AD86C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4D62-2AB3-4D2C-B298-324930FE802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C7105-FEA5-14AB-B25F-B1F8BCBB0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EAC85-E456-FB42-B86E-2D4CD0167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1A453-2332-4589-AC96-22A0D562C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83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3A1ABE-F346-F214-4907-A8282901C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EC44E-13A9-ADE0-2890-DA192EA79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361BB-45D9-4C10-F3FC-64593E67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4D62-2AB3-4D2C-B298-324930FE802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F9E69-6233-E7B5-23A1-D4E075E86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2750A-EBE9-1553-6A61-1F025A535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1A453-2332-4589-AC96-22A0D562C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394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87336-D929-C5EF-47BB-3DB66AC10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6425F-9ADD-11EA-5E0F-C350CC8D2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37BCA-95F5-2A0E-7051-5075331BF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24D62-2AB3-4D2C-B298-324930FE802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1B37E-CEEE-D5E5-CA96-7AB52C8C3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B9733-E0BB-A633-1970-7C53689B1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1A453-2332-4589-AC96-22A0D562C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394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guide/components/intents-filter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DCA91-25CE-10FD-6947-7A607F1EC8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Calling Built-in Applications Using Intents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57F1D-FB4A-3F95-25C7-F2CE71EDF6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GC University Faisalabad – Department of Computer Science</a:t>
            </a:r>
          </a:p>
          <a:p>
            <a:r>
              <a:rPr lang="en-US" b="1" dirty="0"/>
              <a:t>Course Title:</a:t>
            </a:r>
            <a:r>
              <a:rPr lang="en-US" dirty="0"/>
              <a:t> Mobile Application Development</a:t>
            </a:r>
            <a:br>
              <a:rPr lang="en-US" dirty="0"/>
            </a:br>
            <a:r>
              <a:rPr lang="en-US" b="1" dirty="0"/>
              <a:t>Topic:</a:t>
            </a:r>
            <a:r>
              <a:rPr lang="en-US" dirty="0"/>
              <a:t> Calling Built-in Applications Using Intents</a:t>
            </a:r>
            <a:br>
              <a:rPr lang="en-US" dirty="0"/>
            </a:br>
            <a:r>
              <a:rPr lang="en-US" b="1" dirty="0"/>
              <a:t>Instructor:</a:t>
            </a:r>
            <a:r>
              <a:rPr lang="en-US" dirty="0"/>
              <a:t> </a:t>
            </a:r>
            <a:r>
              <a:rPr lang="en-US" i="1" dirty="0"/>
              <a:t>Adnan Majeed</a:t>
            </a:r>
            <a:br>
              <a:rPr lang="en-US" dirty="0"/>
            </a:br>
            <a:r>
              <a:rPr lang="en-US" b="1" dirty="0"/>
              <a:t>Semester:</a:t>
            </a:r>
            <a:r>
              <a:rPr lang="en-US" dirty="0"/>
              <a:t> 5th | </a:t>
            </a:r>
            <a:r>
              <a:rPr lang="en-US" b="1" dirty="0"/>
              <a:t>Credit Hours:</a:t>
            </a:r>
            <a:r>
              <a:rPr lang="en-US" dirty="0"/>
              <a:t> 3(2–1)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353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0FB74-A5E1-5200-A070-ED98FED2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B5063-F00A-261A-3921-78DA602AF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Lecture Objectives</a:t>
            </a:r>
          </a:p>
          <a:p>
            <a:r>
              <a:rPr lang="en-US" dirty="0"/>
              <a:t>By the end of this lecture, students will be able to:</a:t>
            </a:r>
          </a:p>
          <a:p>
            <a:r>
              <a:rPr lang="en-US" dirty="0"/>
              <a:t>Understand the concept and types of </a:t>
            </a:r>
            <a:r>
              <a:rPr lang="en-US" b="1" dirty="0"/>
              <a:t>Intents</a:t>
            </a:r>
            <a:r>
              <a:rPr lang="en-US" dirty="0"/>
              <a:t> in Android.</a:t>
            </a:r>
          </a:p>
          <a:p>
            <a:r>
              <a:rPr lang="en-US" dirty="0"/>
              <a:t>Learn how to invoke or interact with </a:t>
            </a:r>
            <a:r>
              <a:rPr lang="en-US" b="1" dirty="0"/>
              <a:t>built-in Android applications</a:t>
            </a:r>
            <a:r>
              <a:rPr lang="en-US" dirty="0"/>
              <a:t> (e.g., Phone, SMS, Camera, Browser, Maps, Email).</a:t>
            </a:r>
          </a:p>
          <a:p>
            <a:r>
              <a:rPr lang="en-US" dirty="0"/>
              <a:t>Implement </a:t>
            </a:r>
            <a:r>
              <a:rPr lang="en-US" b="1" dirty="0"/>
              <a:t>Implicit Intents</a:t>
            </a:r>
            <a:r>
              <a:rPr lang="en-US" dirty="0"/>
              <a:t> to perform system-defined actions.</a:t>
            </a:r>
          </a:p>
          <a:p>
            <a:r>
              <a:rPr lang="en-US" dirty="0"/>
              <a:t>Handle </a:t>
            </a:r>
            <a:r>
              <a:rPr lang="en-US" b="1" dirty="0"/>
              <a:t>permissions</a:t>
            </a:r>
            <a:r>
              <a:rPr lang="en-US" dirty="0"/>
              <a:t> and </a:t>
            </a:r>
            <a:r>
              <a:rPr lang="en-US" b="1" dirty="0"/>
              <a:t>exceptions</a:t>
            </a:r>
            <a:r>
              <a:rPr lang="en-US" dirty="0"/>
              <a:t> while calling other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962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D36E5-8796-1064-2796-EF6F1BEBC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1865A-7D5E-9735-15CE-C726D6D28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What is an Intent?</a:t>
            </a:r>
          </a:p>
          <a:p>
            <a:r>
              <a:rPr lang="en-US" b="1" dirty="0"/>
              <a:t>Definition</a:t>
            </a:r>
          </a:p>
          <a:p>
            <a:r>
              <a:rPr lang="en-US" dirty="0"/>
              <a:t>An </a:t>
            </a:r>
            <a:r>
              <a:rPr lang="en-US" b="1" dirty="0"/>
              <a:t>Intent</a:t>
            </a:r>
            <a:r>
              <a:rPr lang="en-US" dirty="0"/>
              <a:t> in Android is a </a:t>
            </a:r>
            <a:r>
              <a:rPr lang="en-US" b="1" dirty="0"/>
              <a:t>messaging object</a:t>
            </a:r>
            <a:r>
              <a:rPr lang="en-US" dirty="0"/>
              <a:t> used to:</a:t>
            </a:r>
          </a:p>
          <a:p>
            <a:r>
              <a:rPr lang="en-US" dirty="0"/>
              <a:t>Request an action from another app component.</a:t>
            </a:r>
          </a:p>
          <a:p>
            <a:r>
              <a:rPr lang="en-US" dirty="0"/>
              <a:t>Communicate between activities, services, and broadcast receivers.</a:t>
            </a:r>
          </a:p>
          <a:p>
            <a:r>
              <a:rPr lang="en-US" dirty="0"/>
              <a:t>Intents are used for:</a:t>
            </a:r>
          </a:p>
          <a:p>
            <a:r>
              <a:rPr lang="en-US" b="1" dirty="0"/>
              <a:t>Starting a new Activity</a:t>
            </a:r>
            <a:endParaRPr lang="en-US" dirty="0"/>
          </a:p>
          <a:p>
            <a:r>
              <a:rPr lang="en-US" b="1" dirty="0"/>
              <a:t>Starting a Service</a:t>
            </a:r>
            <a:endParaRPr lang="en-US" dirty="0"/>
          </a:p>
          <a:p>
            <a:r>
              <a:rPr lang="en-US" b="1" dirty="0"/>
              <a:t>Delivering a broadcast message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67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5B0F5-EA98-31B1-DB72-E31CC4E9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Intents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B61301-72CD-0DD0-C9A5-DA1BCC594A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41174"/>
          <a:ext cx="10515600" cy="19202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99307225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828049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902296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255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Explicit Intent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Specifies the exact component (Activity/Service) to start.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Open your own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SecondActivity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087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Implicit Intent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Declares an action and allows Android to choose the appropriate app to handle it.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Open Phone Dialer, Camera, Browser,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019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609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B1393-909A-1A70-B99C-621CE9AD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20243-9F60-8553-B0D3-C187C0521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Intent </a:t>
            </a:r>
            <a:r>
              <a:rPr lang="en-US" dirty="0" err="1"/>
              <a:t>intent</a:t>
            </a:r>
            <a:r>
              <a:rPr lang="en-US" dirty="0"/>
              <a:t> = new Intent(action);</a:t>
            </a:r>
          </a:p>
          <a:p>
            <a:r>
              <a:rPr lang="en-US" dirty="0" err="1"/>
              <a:t>intent.setData</a:t>
            </a:r>
            <a:r>
              <a:rPr lang="en-US" dirty="0"/>
              <a:t>(</a:t>
            </a:r>
            <a:r>
              <a:rPr lang="en-US" dirty="0" err="1"/>
              <a:t>Uri.parse</a:t>
            </a:r>
            <a:r>
              <a:rPr lang="en-US" dirty="0"/>
              <a:t>("data"));</a:t>
            </a:r>
          </a:p>
          <a:p>
            <a:r>
              <a:rPr lang="en-US" dirty="0" err="1"/>
              <a:t>startActivity</a:t>
            </a:r>
            <a:r>
              <a:rPr lang="en-US" dirty="0"/>
              <a:t>(intent);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64DDC4-7678-55D8-6F5A-DEDA6EC113D3}"/>
              </a:ext>
            </a:extLst>
          </p:cNvPr>
          <p:cNvSpPr txBox="1"/>
          <p:nvPr/>
        </p:nvSpPr>
        <p:spPr>
          <a:xfrm>
            <a:off x="1697636" y="3807263"/>
            <a:ext cx="6093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Components: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Action</a:t>
            </a:r>
            <a:r>
              <a:rPr lang="en-US" dirty="0"/>
              <a:t> → what to do (e.g., </a:t>
            </a:r>
            <a:r>
              <a:rPr lang="en-US" dirty="0">
                <a:latin typeface="Courier New" panose="02070309020205020404" pitchFamily="49" charset="0"/>
              </a:rPr>
              <a:t>ACTION_VIEW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ACTION_DIAL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Data</a:t>
            </a:r>
            <a:r>
              <a:rPr lang="en-US" dirty="0"/>
              <a:t> → target resource URI (e.g., phone number, location)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Category</a:t>
            </a:r>
            <a:r>
              <a:rPr lang="en-US" dirty="0"/>
              <a:t> → type of component that should handle the intent</a:t>
            </a:r>
          </a:p>
        </p:txBody>
      </p:sp>
    </p:spTree>
    <p:extLst>
      <p:ext uri="{BB962C8B-B14F-4D97-AF65-F5344CB8AC3E}">
        <p14:creationId xmlns:p14="http://schemas.microsoft.com/office/powerpoint/2010/main" val="356606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F6520-AF21-8CD2-19AE-77F931361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94680-A85C-D8DE-2ECA-5CF983099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Calling Built-in Applications Using Intents</a:t>
            </a:r>
          </a:p>
          <a:p>
            <a:r>
              <a:rPr lang="en-US" dirty="0"/>
              <a:t>Android provides many predefined </a:t>
            </a:r>
            <a:r>
              <a:rPr lang="en-US" b="1" dirty="0"/>
              <a:t>Intent Actions</a:t>
            </a:r>
            <a:r>
              <a:rPr lang="en-US" dirty="0"/>
              <a:t> to interact with built-in apps.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351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D8A48-40FE-4778-1605-D3D016E2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B9F24-CDED-544B-7479-1938DB968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Calling the Phone Dialer</a:t>
            </a:r>
          </a:p>
          <a:p>
            <a:r>
              <a:rPr lang="en-US" dirty="0"/>
              <a:t>Intent </a:t>
            </a:r>
            <a:r>
              <a:rPr lang="en-US" dirty="0" err="1"/>
              <a:t>intent</a:t>
            </a:r>
            <a:r>
              <a:rPr lang="en-US" dirty="0"/>
              <a:t> = new Intent(</a:t>
            </a:r>
            <a:r>
              <a:rPr lang="en-US" dirty="0" err="1"/>
              <a:t>Intent.ACTION_DIAL</a:t>
            </a:r>
            <a:r>
              <a:rPr lang="en-US" dirty="0"/>
              <a:t>);</a:t>
            </a:r>
          </a:p>
          <a:p>
            <a:r>
              <a:rPr lang="en-US" dirty="0" err="1"/>
              <a:t>intent.setData</a:t>
            </a:r>
            <a:r>
              <a:rPr lang="en-US" dirty="0"/>
              <a:t>(</a:t>
            </a:r>
            <a:r>
              <a:rPr lang="en-US" dirty="0" err="1"/>
              <a:t>Uri.parse</a:t>
            </a:r>
            <a:r>
              <a:rPr lang="en-US" dirty="0"/>
              <a:t>("tel:03451234567"));</a:t>
            </a:r>
          </a:p>
          <a:p>
            <a:r>
              <a:rPr lang="en-US" dirty="0" err="1"/>
              <a:t>startActivity</a:t>
            </a:r>
            <a:r>
              <a:rPr lang="en-US" dirty="0"/>
              <a:t>(intent);</a:t>
            </a:r>
          </a:p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dirty="0"/>
              <a:t>ACTION_DIAL opens the dialer with the number pre-filled.</a:t>
            </a:r>
          </a:p>
          <a:p>
            <a:r>
              <a:rPr lang="en-US" dirty="0"/>
              <a:t>Does </a:t>
            </a:r>
            <a:r>
              <a:rPr lang="en-US" b="1" dirty="0"/>
              <a:t>not require CALL_PHONE permission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633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CE50-BA80-B254-4167-6E5FA7219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7FD58-5FEE-986D-899A-ABE8B8985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Directly Making a Phone Call</a:t>
            </a:r>
          </a:p>
          <a:p>
            <a:r>
              <a:rPr lang="en-US" dirty="0"/>
              <a:t>Intent </a:t>
            </a:r>
            <a:r>
              <a:rPr lang="en-US" dirty="0" err="1"/>
              <a:t>intent</a:t>
            </a:r>
            <a:r>
              <a:rPr lang="en-US" dirty="0"/>
              <a:t> = new Intent(</a:t>
            </a:r>
            <a:r>
              <a:rPr lang="en-US" dirty="0" err="1"/>
              <a:t>Intent.ACTION_CALL</a:t>
            </a:r>
            <a:r>
              <a:rPr lang="en-US" dirty="0"/>
              <a:t>);</a:t>
            </a:r>
          </a:p>
          <a:p>
            <a:r>
              <a:rPr lang="en-US" dirty="0" err="1"/>
              <a:t>intent.setData</a:t>
            </a:r>
            <a:r>
              <a:rPr lang="en-US" dirty="0"/>
              <a:t>(</a:t>
            </a:r>
            <a:r>
              <a:rPr lang="en-US" dirty="0" err="1"/>
              <a:t>Uri.parse</a:t>
            </a:r>
            <a:r>
              <a:rPr lang="en-US" dirty="0"/>
              <a:t>("tel:03451234567"));</a:t>
            </a:r>
          </a:p>
          <a:p>
            <a:r>
              <a:rPr lang="en-US" dirty="0" err="1"/>
              <a:t>startActivity</a:t>
            </a:r>
            <a:r>
              <a:rPr lang="en-US" dirty="0"/>
              <a:t>(intent);</a:t>
            </a:r>
          </a:p>
          <a:p>
            <a:r>
              <a:rPr lang="en-US" dirty="0"/>
              <a:t>📋 </a:t>
            </a:r>
            <a:r>
              <a:rPr lang="en-US" b="1" dirty="0"/>
              <a:t>Required Permission:</a:t>
            </a:r>
            <a:endParaRPr lang="en-US" dirty="0"/>
          </a:p>
          <a:p>
            <a:r>
              <a:rPr lang="en-US" dirty="0"/>
              <a:t>&lt;uses-permission </a:t>
            </a:r>
            <a:r>
              <a:rPr lang="en-US" dirty="0" err="1"/>
              <a:t>android:name</a:t>
            </a:r>
            <a:r>
              <a:rPr lang="en-US" dirty="0"/>
              <a:t>="</a:t>
            </a:r>
            <a:r>
              <a:rPr lang="en-US" dirty="0" err="1"/>
              <a:t>android.permission.CALL_PHONE</a:t>
            </a:r>
            <a:r>
              <a:rPr lang="en-US" dirty="0"/>
              <a:t>" /&gt;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729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9FE4-D53F-EFD4-0249-09018DCBC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an SMS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16DE5-B760-65E5-2513-B50553AE0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Intent </a:t>
            </a:r>
            <a:r>
              <a:rPr lang="en-US" dirty="0" err="1"/>
              <a:t>intent</a:t>
            </a:r>
            <a:r>
              <a:rPr lang="en-US" dirty="0"/>
              <a:t> = new Intent(</a:t>
            </a:r>
            <a:r>
              <a:rPr lang="en-US" dirty="0" err="1"/>
              <a:t>Intent.ACTION_VIEW</a:t>
            </a:r>
            <a:r>
              <a:rPr lang="en-US" dirty="0"/>
              <a:t>);</a:t>
            </a:r>
          </a:p>
          <a:p>
            <a:r>
              <a:rPr lang="en-US" dirty="0" err="1"/>
              <a:t>intent.setData</a:t>
            </a:r>
            <a:r>
              <a:rPr lang="en-US" dirty="0"/>
              <a:t>(</a:t>
            </a:r>
            <a:r>
              <a:rPr lang="en-US" dirty="0" err="1"/>
              <a:t>Uri.parse</a:t>
            </a:r>
            <a:r>
              <a:rPr lang="en-US" dirty="0"/>
              <a:t>("sms:03451234567"));</a:t>
            </a:r>
          </a:p>
          <a:p>
            <a:r>
              <a:rPr lang="en-US" dirty="0" err="1"/>
              <a:t>intent.putExtra</a:t>
            </a:r>
            <a:r>
              <a:rPr lang="en-US" dirty="0"/>
              <a:t>("</a:t>
            </a:r>
            <a:r>
              <a:rPr lang="en-US" dirty="0" err="1"/>
              <a:t>sms_body</a:t>
            </a:r>
            <a:r>
              <a:rPr lang="en-US" dirty="0"/>
              <a:t>", "Hello, this is a test message!");</a:t>
            </a:r>
          </a:p>
          <a:p>
            <a:r>
              <a:rPr lang="en-US" dirty="0" err="1"/>
              <a:t>startActivity</a:t>
            </a:r>
            <a:r>
              <a:rPr lang="en-US" dirty="0"/>
              <a:t>(intent);</a:t>
            </a:r>
          </a:p>
          <a:p>
            <a:r>
              <a:rPr lang="en-US" dirty="0"/>
              <a:t>Explanation:</a:t>
            </a:r>
          </a:p>
          <a:p>
            <a:endParaRPr lang="en-US" dirty="0"/>
          </a:p>
          <a:p>
            <a:r>
              <a:rPr lang="en-US" dirty="0"/>
              <a:t>Opens default SMS app with number and message filled in.</a:t>
            </a:r>
          </a:p>
          <a:p>
            <a:endParaRPr lang="en-US" dirty="0"/>
          </a:p>
          <a:p>
            <a:r>
              <a:rPr lang="en-US" dirty="0"/>
              <a:t>Uses the “</a:t>
            </a:r>
            <a:r>
              <a:rPr lang="en-US" dirty="0" err="1"/>
              <a:t>sms</a:t>
            </a:r>
            <a:r>
              <a:rPr lang="en-US" dirty="0"/>
              <a:t>:” URI scheme.</a:t>
            </a:r>
          </a:p>
        </p:txBody>
      </p:sp>
    </p:spTree>
    <p:extLst>
      <p:ext uri="{BB962C8B-B14F-4D97-AF65-F5344CB8AC3E}">
        <p14:creationId xmlns:p14="http://schemas.microsoft.com/office/powerpoint/2010/main" val="4217984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5F349-CA7A-904C-FB99-8A373F978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AD009-3F21-7AB2-566C-2FD4BFC0D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Opening a Web Browser</a:t>
            </a:r>
          </a:p>
          <a:p>
            <a:r>
              <a:rPr lang="en-US" dirty="0"/>
              <a:t>Intent </a:t>
            </a:r>
            <a:r>
              <a:rPr lang="en-US" dirty="0" err="1"/>
              <a:t>intent</a:t>
            </a:r>
            <a:r>
              <a:rPr lang="en-US" dirty="0"/>
              <a:t> = new Intent(</a:t>
            </a:r>
            <a:r>
              <a:rPr lang="en-US" dirty="0" err="1"/>
              <a:t>Intent.ACTION_VIEW</a:t>
            </a:r>
            <a:r>
              <a:rPr lang="en-US" dirty="0"/>
              <a:t>);</a:t>
            </a:r>
          </a:p>
          <a:p>
            <a:r>
              <a:rPr lang="en-US" dirty="0" err="1"/>
              <a:t>intent.setData</a:t>
            </a:r>
            <a:r>
              <a:rPr lang="en-US" dirty="0"/>
              <a:t>(</a:t>
            </a:r>
            <a:r>
              <a:rPr lang="en-US" dirty="0" err="1"/>
              <a:t>Uri.parse</a:t>
            </a:r>
            <a:r>
              <a:rPr lang="en-US" dirty="0"/>
              <a:t>("https://www.gcuf.edu.pk"));</a:t>
            </a:r>
          </a:p>
          <a:p>
            <a:r>
              <a:rPr lang="en-US" dirty="0" err="1"/>
              <a:t>startActivity</a:t>
            </a:r>
            <a:r>
              <a:rPr lang="en-US" dirty="0"/>
              <a:t>(intent);</a:t>
            </a:r>
          </a:p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dirty="0"/>
              <a:t>Opens the default web browser with the specified URL.</a:t>
            </a:r>
          </a:p>
          <a:p>
            <a:r>
              <a:rPr lang="en-US" dirty="0"/>
              <a:t>Uses ACTION_VIEW with HTTP/HTTPS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389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C55B4-43D9-FBFD-75A0-F82B9715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1FDE-47EC-38AC-42A1-49ED1414D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Opening the Camera</a:t>
            </a:r>
          </a:p>
          <a:p>
            <a:r>
              <a:rPr lang="en-US" dirty="0"/>
              <a:t>Intent </a:t>
            </a:r>
            <a:r>
              <a:rPr lang="en-US" dirty="0" err="1"/>
              <a:t>intent</a:t>
            </a:r>
            <a:r>
              <a:rPr lang="en-US" dirty="0"/>
              <a:t> = new Intent(</a:t>
            </a:r>
            <a:r>
              <a:rPr lang="en-US" dirty="0" err="1"/>
              <a:t>MediaStore.ACTION_IMAGE_CAPTURE</a:t>
            </a:r>
            <a:r>
              <a:rPr lang="en-US" dirty="0"/>
              <a:t>);</a:t>
            </a:r>
          </a:p>
          <a:p>
            <a:r>
              <a:rPr lang="en-US" dirty="0" err="1"/>
              <a:t>startActivity</a:t>
            </a:r>
            <a:r>
              <a:rPr lang="en-US" dirty="0"/>
              <a:t>(intent);</a:t>
            </a:r>
          </a:p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dirty="0"/>
              <a:t>Launches the camera app for taking a picture.</a:t>
            </a:r>
          </a:p>
          <a:p>
            <a:r>
              <a:rPr lang="en-US" dirty="0"/>
              <a:t>To save the photo, you must handle result via </a:t>
            </a:r>
            <a:r>
              <a:rPr lang="en-US" dirty="0" err="1"/>
              <a:t>onActivityResult</a:t>
            </a:r>
            <a:r>
              <a:rPr lang="en-US" dirty="0"/>
              <a:t>().</a:t>
            </a:r>
          </a:p>
          <a:p>
            <a:r>
              <a:rPr lang="en-US" b="1" dirty="0"/>
              <a:t>Optional Permission:</a:t>
            </a:r>
            <a:endParaRPr lang="en-US" dirty="0"/>
          </a:p>
          <a:p>
            <a:r>
              <a:rPr lang="en-US" dirty="0"/>
              <a:t>&lt;uses-permission </a:t>
            </a:r>
            <a:r>
              <a:rPr lang="en-US" dirty="0" err="1"/>
              <a:t>android:name</a:t>
            </a:r>
            <a:r>
              <a:rPr lang="en-US" dirty="0"/>
              <a:t>="</a:t>
            </a:r>
            <a:r>
              <a:rPr lang="en-US" dirty="0" err="1"/>
              <a:t>android.permission.CAMERA</a:t>
            </a:r>
            <a:r>
              <a:rPr lang="en-US" dirty="0"/>
              <a:t>" /&gt;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594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2906-F408-474F-F0F3-EB44A3D22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8D82D-EA12-DC79-A26A-2112A371D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Sending an Email</a:t>
            </a:r>
          </a:p>
          <a:p>
            <a:r>
              <a:rPr lang="en-US" dirty="0"/>
              <a:t>Intent </a:t>
            </a:r>
            <a:r>
              <a:rPr lang="en-US" dirty="0" err="1"/>
              <a:t>intent</a:t>
            </a:r>
            <a:r>
              <a:rPr lang="en-US" dirty="0"/>
              <a:t> = new Intent(</a:t>
            </a:r>
            <a:r>
              <a:rPr lang="en-US" dirty="0" err="1"/>
              <a:t>Intent.ACTION_SEND</a:t>
            </a:r>
            <a:r>
              <a:rPr lang="en-US" dirty="0"/>
              <a:t>);</a:t>
            </a:r>
          </a:p>
          <a:p>
            <a:r>
              <a:rPr lang="en-US" dirty="0" err="1"/>
              <a:t>intent.setType</a:t>
            </a:r>
            <a:r>
              <a:rPr lang="en-US" dirty="0"/>
              <a:t>("message/rfc822");</a:t>
            </a:r>
          </a:p>
          <a:p>
            <a:r>
              <a:rPr lang="en-US" dirty="0" err="1"/>
              <a:t>intent.putExtra</a:t>
            </a:r>
            <a:r>
              <a:rPr lang="en-US" dirty="0"/>
              <a:t>(</a:t>
            </a:r>
            <a:r>
              <a:rPr lang="en-US" dirty="0" err="1"/>
              <a:t>Intent.EXTRA_EMAIL</a:t>
            </a:r>
            <a:r>
              <a:rPr lang="en-US" dirty="0"/>
              <a:t>, new String[]{"example@gmail.com"});</a:t>
            </a:r>
          </a:p>
          <a:p>
            <a:r>
              <a:rPr lang="en-US" dirty="0" err="1"/>
              <a:t>intent.putExtra</a:t>
            </a:r>
            <a:r>
              <a:rPr lang="en-US" dirty="0"/>
              <a:t>(</a:t>
            </a:r>
            <a:r>
              <a:rPr lang="en-US" dirty="0" err="1"/>
              <a:t>Intent.EXTRA_SUBJECT</a:t>
            </a:r>
            <a:r>
              <a:rPr lang="en-US" dirty="0"/>
              <a:t>, "GCUF Mobile App Project");</a:t>
            </a:r>
          </a:p>
          <a:p>
            <a:r>
              <a:rPr lang="en-US" dirty="0" err="1"/>
              <a:t>intent.putExtra</a:t>
            </a:r>
            <a:r>
              <a:rPr lang="en-US" dirty="0"/>
              <a:t>(</a:t>
            </a:r>
            <a:r>
              <a:rPr lang="en-US" dirty="0" err="1"/>
              <a:t>Intent.EXTRA_TEXT</a:t>
            </a:r>
            <a:r>
              <a:rPr lang="en-US" dirty="0"/>
              <a:t>, "Dear Sir, here is my app report...");</a:t>
            </a:r>
          </a:p>
          <a:p>
            <a:r>
              <a:rPr lang="en-US" dirty="0" err="1"/>
              <a:t>startActivity</a:t>
            </a:r>
            <a:r>
              <a:rPr lang="en-US" dirty="0"/>
              <a:t>(</a:t>
            </a:r>
            <a:r>
              <a:rPr lang="en-US" dirty="0" err="1"/>
              <a:t>Intent.createChooser</a:t>
            </a:r>
            <a:r>
              <a:rPr lang="en-US" dirty="0"/>
              <a:t>(intent, "Send Email"));</a:t>
            </a:r>
          </a:p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dirty="0"/>
              <a:t>Uses ACTION_SEND with MIME type message/rfc822.</a:t>
            </a:r>
          </a:p>
          <a:p>
            <a:r>
              <a:rPr lang="en-US" dirty="0"/>
              <a:t>Opens the email app with pre-filled fields.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910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005E-FB9C-4087-49CA-42D09854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B96DF-14DA-4F35-6262-8DC4F2B01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Opening Google Maps</a:t>
            </a:r>
          </a:p>
          <a:p>
            <a:r>
              <a:rPr lang="en-US" dirty="0"/>
              <a:t>Intent </a:t>
            </a:r>
            <a:r>
              <a:rPr lang="en-US" dirty="0" err="1"/>
              <a:t>intent</a:t>
            </a:r>
            <a:r>
              <a:rPr lang="en-US" dirty="0"/>
              <a:t> = new Intent(</a:t>
            </a:r>
            <a:r>
              <a:rPr lang="en-US" dirty="0" err="1"/>
              <a:t>Intent.ACTION_VIEW</a:t>
            </a:r>
            <a:r>
              <a:rPr lang="en-US" dirty="0"/>
              <a:t>);</a:t>
            </a:r>
          </a:p>
          <a:p>
            <a:r>
              <a:rPr lang="en-US" dirty="0" err="1"/>
              <a:t>intent.setData</a:t>
            </a:r>
            <a:r>
              <a:rPr lang="en-US" dirty="0"/>
              <a:t>(</a:t>
            </a:r>
            <a:r>
              <a:rPr lang="en-US" dirty="0" err="1"/>
              <a:t>Uri.parse</a:t>
            </a:r>
            <a:r>
              <a:rPr lang="en-US" dirty="0"/>
              <a:t>("geo:31.418,73.079?q=GC University Faisalabad"));</a:t>
            </a:r>
          </a:p>
          <a:p>
            <a:r>
              <a:rPr lang="en-US" dirty="0" err="1"/>
              <a:t>startActivity</a:t>
            </a:r>
            <a:r>
              <a:rPr lang="en-US" dirty="0"/>
              <a:t>(intent);</a:t>
            </a:r>
          </a:p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dirty="0"/>
              <a:t>geo: URI scheme opens Google Maps.</a:t>
            </a:r>
          </a:p>
          <a:p>
            <a:r>
              <a:rPr lang="en-US" dirty="0"/>
              <a:t>Can use coordinates or place names.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669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07656-6054-100D-E21C-2A9FA2A15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Combined Intent Demo (Java Code)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53E54-768C-DE6C-83E8-CCC12E70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package </a:t>
            </a:r>
            <a:r>
              <a:rPr lang="en-US" dirty="0" err="1"/>
              <a:t>com.example.intentdemo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androidx.appcompat.app.AppCompatActivity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android.content.Intent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android.net.Uri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android.os.Bundle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android.provider.MediaStore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android.view.View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android.widget.Button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MainActivity</a:t>
            </a:r>
            <a:r>
              <a:rPr lang="en-US" dirty="0"/>
              <a:t> extends </a:t>
            </a:r>
            <a:r>
              <a:rPr lang="en-US" dirty="0" err="1"/>
              <a:t>AppCompatActivity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Button </a:t>
            </a:r>
            <a:r>
              <a:rPr lang="en-US" dirty="0" err="1"/>
              <a:t>callBtn</a:t>
            </a:r>
            <a:r>
              <a:rPr lang="en-US" dirty="0"/>
              <a:t>, </a:t>
            </a:r>
            <a:r>
              <a:rPr lang="en-US" dirty="0" err="1"/>
              <a:t>smsBtn</a:t>
            </a:r>
            <a:r>
              <a:rPr lang="en-US" dirty="0"/>
              <a:t>, </a:t>
            </a:r>
            <a:r>
              <a:rPr lang="en-US" dirty="0" err="1"/>
              <a:t>cameraBtn</a:t>
            </a:r>
            <a:r>
              <a:rPr lang="en-US" dirty="0"/>
              <a:t>, </a:t>
            </a:r>
            <a:r>
              <a:rPr lang="en-US" dirty="0" err="1"/>
              <a:t>browserBtn</a:t>
            </a:r>
            <a:r>
              <a:rPr lang="en-US" dirty="0"/>
              <a:t>, </a:t>
            </a:r>
            <a:r>
              <a:rPr lang="en-US" dirty="0" err="1"/>
              <a:t>mapBtn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@Override</a:t>
            </a:r>
          </a:p>
          <a:p>
            <a:r>
              <a:rPr lang="en-US" dirty="0"/>
              <a:t>    protected void </a:t>
            </a:r>
            <a:r>
              <a:rPr lang="en-US" dirty="0" err="1"/>
              <a:t>onCreate</a:t>
            </a:r>
            <a:r>
              <a:rPr lang="en-US" dirty="0"/>
              <a:t>(Bundle </a:t>
            </a:r>
            <a:r>
              <a:rPr lang="en-US" dirty="0" err="1"/>
              <a:t>savedInstanceState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super.onCreate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setContentView</a:t>
            </a:r>
            <a:r>
              <a:rPr lang="en-US" dirty="0"/>
              <a:t>(</a:t>
            </a:r>
            <a:r>
              <a:rPr lang="en-US" dirty="0" err="1"/>
              <a:t>R.layout.activity_main</a:t>
            </a:r>
            <a:r>
              <a:rPr lang="en-US" dirty="0"/>
              <a:t>);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156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6F98-8914-7043-BEBB-78BA99239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1C263-6895-10AD-E907-D6173DB41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 </a:t>
            </a:r>
            <a:r>
              <a:rPr lang="en-US" dirty="0" err="1"/>
              <a:t>callBtn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R.id.callBtn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smsBtn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R.id.smsBtn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cameraBtn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R.id.cameraBtn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browserBtn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R.id.browserBtn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mapBtn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R.id.mapBtn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callBtn.setOnClickListener</a:t>
            </a:r>
            <a:r>
              <a:rPr lang="en-US" dirty="0"/>
              <a:t>(v -&gt; {</a:t>
            </a:r>
          </a:p>
          <a:p>
            <a:r>
              <a:rPr lang="en-US" dirty="0"/>
              <a:t>            Intent </a:t>
            </a:r>
            <a:r>
              <a:rPr lang="en-US" dirty="0" err="1"/>
              <a:t>intent</a:t>
            </a:r>
            <a:r>
              <a:rPr lang="en-US" dirty="0"/>
              <a:t> = new Intent(</a:t>
            </a:r>
            <a:r>
              <a:rPr lang="en-US" dirty="0" err="1"/>
              <a:t>Intent.ACTION_DIAL</a:t>
            </a:r>
            <a:r>
              <a:rPr lang="en-US" dirty="0"/>
              <a:t>);</a:t>
            </a:r>
          </a:p>
          <a:p>
            <a:r>
              <a:rPr lang="en-US" dirty="0"/>
              <a:t>            </a:t>
            </a:r>
            <a:r>
              <a:rPr lang="en-US" dirty="0" err="1"/>
              <a:t>intent.setData</a:t>
            </a:r>
            <a:r>
              <a:rPr lang="en-US" dirty="0"/>
              <a:t>(</a:t>
            </a:r>
            <a:r>
              <a:rPr lang="en-US" dirty="0" err="1"/>
              <a:t>Uri.parse</a:t>
            </a:r>
            <a:r>
              <a:rPr lang="en-US" dirty="0"/>
              <a:t>("tel:03451234567"));</a:t>
            </a:r>
          </a:p>
          <a:p>
            <a:r>
              <a:rPr lang="en-US" dirty="0"/>
              <a:t>            </a:t>
            </a:r>
            <a:r>
              <a:rPr lang="en-US" dirty="0" err="1"/>
              <a:t>startActivity</a:t>
            </a:r>
            <a:r>
              <a:rPr lang="en-US" dirty="0"/>
              <a:t>(intent);</a:t>
            </a:r>
          </a:p>
          <a:p>
            <a:r>
              <a:rPr lang="en-US" dirty="0"/>
              <a:t>        });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smsBtn.setOnClickListener</a:t>
            </a:r>
            <a:r>
              <a:rPr lang="en-US" dirty="0"/>
              <a:t>(v -&gt; {</a:t>
            </a:r>
          </a:p>
          <a:p>
            <a:r>
              <a:rPr lang="en-US" dirty="0"/>
              <a:t>            Intent </a:t>
            </a:r>
            <a:r>
              <a:rPr lang="en-US" dirty="0" err="1"/>
              <a:t>intent</a:t>
            </a:r>
            <a:r>
              <a:rPr lang="en-US" dirty="0"/>
              <a:t> = new Intent(</a:t>
            </a:r>
            <a:r>
              <a:rPr lang="en-US" dirty="0" err="1"/>
              <a:t>Intent.ACTION_VIEW</a:t>
            </a:r>
            <a:r>
              <a:rPr lang="en-US" dirty="0"/>
              <a:t>);</a:t>
            </a:r>
          </a:p>
          <a:p>
            <a:r>
              <a:rPr lang="en-US" dirty="0"/>
              <a:t>            </a:t>
            </a:r>
            <a:r>
              <a:rPr lang="en-US" dirty="0" err="1"/>
              <a:t>intent.setData</a:t>
            </a:r>
            <a:r>
              <a:rPr lang="en-US" dirty="0"/>
              <a:t>(</a:t>
            </a:r>
            <a:r>
              <a:rPr lang="en-US" dirty="0" err="1"/>
              <a:t>Uri.parse</a:t>
            </a:r>
            <a:r>
              <a:rPr lang="en-US" dirty="0"/>
              <a:t>("sms:03451234567"));</a:t>
            </a:r>
          </a:p>
          <a:p>
            <a:r>
              <a:rPr lang="en-US" dirty="0"/>
              <a:t>            </a:t>
            </a:r>
            <a:r>
              <a:rPr lang="en-US" dirty="0" err="1"/>
              <a:t>intent.putExtra</a:t>
            </a:r>
            <a:r>
              <a:rPr lang="en-US" dirty="0"/>
              <a:t>("</a:t>
            </a:r>
            <a:r>
              <a:rPr lang="en-US" dirty="0" err="1"/>
              <a:t>sms_body</a:t>
            </a:r>
            <a:r>
              <a:rPr lang="en-US" dirty="0"/>
              <a:t>", "Hello from my Android App!");</a:t>
            </a:r>
          </a:p>
          <a:p>
            <a:r>
              <a:rPr lang="en-US" dirty="0"/>
              <a:t>            </a:t>
            </a:r>
            <a:r>
              <a:rPr lang="en-US" dirty="0" err="1"/>
              <a:t>startActivity</a:t>
            </a:r>
            <a:r>
              <a:rPr lang="en-US" dirty="0"/>
              <a:t>(intent);</a:t>
            </a:r>
          </a:p>
          <a:p>
            <a:r>
              <a:rPr lang="en-US" dirty="0"/>
              <a:t>        });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468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E4267-9EFF-95DC-1CAE-39604B475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A375B-02FF-FEB7-00F7-94DFA36D8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cameraBtn.setOnClickListener</a:t>
            </a:r>
            <a:r>
              <a:rPr lang="en-US" dirty="0"/>
              <a:t>(v -&gt; {</a:t>
            </a:r>
          </a:p>
          <a:p>
            <a:r>
              <a:rPr lang="en-US" dirty="0"/>
              <a:t>            Intent </a:t>
            </a:r>
            <a:r>
              <a:rPr lang="en-US" dirty="0" err="1"/>
              <a:t>intent</a:t>
            </a:r>
            <a:r>
              <a:rPr lang="en-US" dirty="0"/>
              <a:t> = new Intent(</a:t>
            </a:r>
            <a:r>
              <a:rPr lang="en-US" dirty="0" err="1"/>
              <a:t>MediaStore.ACTION_IMAGE_CAPTURE</a:t>
            </a:r>
            <a:r>
              <a:rPr lang="en-US" dirty="0"/>
              <a:t>);</a:t>
            </a:r>
          </a:p>
          <a:p>
            <a:r>
              <a:rPr lang="en-US" dirty="0"/>
              <a:t>            </a:t>
            </a:r>
            <a:r>
              <a:rPr lang="en-US" dirty="0" err="1"/>
              <a:t>startActivity</a:t>
            </a:r>
            <a:r>
              <a:rPr lang="en-US" dirty="0"/>
              <a:t>(intent);</a:t>
            </a:r>
          </a:p>
          <a:p>
            <a:r>
              <a:rPr lang="en-US" dirty="0"/>
              <a:t>        });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browserBtn.setOnClickListener</a:t>
            </a:r>
            <a:r>
              <a:rPr lang="en-US" dirty="0"/>
              <a:t>(v -&gt; {</a:t>
            </a:r>
          </a:p>
          <a:p>
            <a:r>
              <a:rPr lang="en-US" dirty="0"/>
              <a:t>            Intent </a:t>
            </a:r>
            <a:r>
              <a:rPr lang="en-US" dirty="0" err="1"/>
              <a:t>intent</a:t>
            </a:r>
            <a:r>
              <a:rPr lang="en-US" dirty="0"/>
              <a:t> = new Intent(</a:t>
            </a:r>
            <a:r>
              <a:rPr lang="en-US" dirty="0" err="1"/>
              <a:t>Intent.ACTION_VIEW</a:t>
            </a:r>
            <a:r>
              <a:rPr lang="en-US" dirty="0"/>
              <a:t>);</a:t>
            </a:r>
          </a:p>
          <a:p>
            <a:r>
              <a:rPr lang="en-US" dirty="0"/>
              <a:t>            </a:t>
            </a:r>
            <a:r>
              <a:rPr lang="en-US" dirty="0" err="1"/>
              <a:t>intent.setData</a:t>
            </a:r>
            <a:r>
              <a:rPr lang="en-US" dirty="0"/>
              <a:t>(</a:t>
            </a:r>
            <a:r>
              <a:rPr lang="en-US" dirty="0" err="1"/>
              <a:t>Uri.parse</a:t>
            </a:r>
            <a:r>
              <a:rPr lang="en-US" dirty="0"/>
              <a:t>("https://gcuf.edu.pk"));</a:t>
            </a:r>
          </a:p>
          <a:p>
            <a:r>
              <a:rPr lang="en-US" dirty="0"/>
              <a:t>            </a:t>
            </a:r>
            <a:r>
              <a:rPr lang="en-US" dirty="0" err="1"/>
              <a:t>startActivity</a:t>
            </a:r>
            <a:r>
              <a:rPr lang="en-US" dirty="0"/>
              <a:t>(intent);</a:t>
            </a:r>
          </a:p>
          <a:p>
            <a:r>
              <a:rPr lang="en-US" dirty="0"/>
              <a:t>        });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mapBtn.setOnClickListener</a:t>
            </a:r>
            <a:r>
              <a:rPr lang="en-US" dirty="0"/>
              <a:t>(v -&gt; {</a:t>
            </a:r>
          </a:p>
          <a:p>
            <a:r>
              <a:rPr lang="en-US" dirty="0"/>
              <a:t>            Intent </a:t>
            </a:r>
            <a:r>
              <a:rPr lang="en-US" dirty="0" err="1"/>
              <a:t>intent</a:t>
            </a:r>
            <a:r>
              <a:rPr lang="en-US" dirty="0"/>
              <a:t> = new Intent(</a:t>
            </a:r>
            <a:r>
              <a:rPr lang="en-US" dirty="0" err="1"/>
              <a:t>Intent.ACTION_VIEW</a:t>
            </a:r>
            <a:r>
              <a:rPr lang="en-US" dirty="0"/>
              <a:t>);</a:t>
            </a:r>
          </a:p>
          <a:p>
            <a:r>
              <a:rPr lang="en-US" dirty="0"/>
              <a:t>            </a:t>
            </a:r>
            <a:r>
              <a:rPr lang="en-US" dirty="0" err="1"/>
              <a:t>intent.setData</a:t>
            </a:r>
            <a:r>
              <a:rPr lang="en-US" dirty="0"/>
              <a:t>(</a:t>
            </a:r>
            <a:r>
              <a:rPr lang="en-US" dirty="0" err="1"/>
              <a:t>Uri.parse</a:t>
            </a:r>
            <a:r>
              <a:rPr lang="en-US" dirty="0"/>
              <a:t>("geo:31.418,73.079?q=GCUF Faisalabad"));</a:t>
            </a:r>
          </a:p>
          <a:p>
            <a:r>
              <a:rPr lang="en-US" dirty="0"/>
              <a:t>            </a:t>
            </a:r>
            <a:r>
              <a:rPr lang="en-US" dirty="0" err="1"/>
              <a:t>startActivity</a:t>
            </a:r>
            <a:r>
              <a:rPr lang="en-US" dirty="0"/>
              <a:t>(intent);</a:t>
            </a:r>
          </a:p>
          <a:p>
            <a:r>
              <a:rPr lang="en-US" dirty="0"/>
              <a:t>        });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0269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FD84-08D7-7219-136D-F501EAF2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Activtiy_main.xml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B0A6D-0497-E1BF-6E82-9F26F2D08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&lt;</a:t>
            </a:r>
            <a:r>
              <a:rPr lang="en-US" dirty="0" err="1"/>
              <a:t>LinearLayout</a:t>
            </a:r>
            <a:r>
              <a:rPr lang="en-US" dirty="0"/>
              <a:t> </a:t>
            </a:r>
            <a:r>
              <a:rPr lang="en-US" dirty="0" err="1"/>
              <a:t>xmlns:android</a:t>
            </a:r>
            <a:r>
              <a:rPr lang="en-US" dirty="0"/>
              <a:t>="http://schemas.android.com/</a:t>
            </a:r>
            <a:r>
              <a:rPr lang="en-US" dirty="0" err="1"/>
              <a:t>apk</a:t>
            </a:r>
            <a:r>
              <a:rPr lang="en-US" dirty="0"/>
              <a:t>/res/android"</a:t>
            </a:r>
          </a:p>
          <a:p>
            <a:r>
              <a:rPr lang="en-US" dirty="0"/>
              <a:t>    </a:t>
            </a:r>
            <a:r>
              <a:rPr lang="en-US" dirty="0" err="1"/>
              <a:t>android:orientation</a:t>
            </a:r>
            <a:r>
              <a:rPr lang="en-US" dirty="0"/>
              <a:t>="vertical"</a:t>
            </a:r>
          </a:p>
          <a:p>
            <a:r>
              <a:rPr lang="en-US" dirty="0"/>
              <a:t>    </a:t>
            </a:r>
            <a:r>
              <a:rPr lang="en-US" dirty="0" err="1"/>
              <a:t>android:gravity</a:t>
            </a:r>
            <a:r>
              <a:rPr lang="en-US" dirty="0"/>
              <a:t>="center"</a:t>
            </a:r>
          </a:p>
          <a:p>
            <a:r>
              <a:rPr lang="en-US" dirty="0"/>
              <a:t>    </a:t>
            </a:r>
            <a:r>
              <a:rPr lang="en-US" dirty="0" err="1"/>
              <a:t>android:padding</a:t>
            </a:r>
            <a:r>
              <a:rPr lang="en-US" dirty="0"/>
              <a:t>="20dp"</a:t>
            </a:r>
          </a:p>
          <a:p>
            <a:r>
              <a:rPr lang="en-US" dirty="0"/>
              <a:t>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"&gt;</a:t>
            </a:r>
          </a:p>
          <a:p>
            <a:endParaRPr lang="en-US" dirty="0"/>
          </a:p>
          <a:p>
            <a:r>
              <a:rPr lang="en-US" dirty="0"/>
              <a:t>    &lt;Button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callBtn</a:t>
            </a:r>
            <a:r>
              <a:rPr lang="en-US" dirty="0"/>
              <a:t>" </a:t>
            </a:r>
            <a:r>
              <a:rPr lang="en-US" dirty="0" err="1"/>
              <a:t>android:text</a:t>
            </a:r>
            <a:r>
              <a:rPr lang="en-US" dirty="0"/>
              <a:t>="Call"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"/&gt;</a:t>
            </a:r>
          </a:p>
          <a:p>
            <a:r>
              <a:rPr lang="en-US" dirty="0"/>
              <a:t>    &lt;Button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smsBtn</a:t>
            </a:r>
            <a:r>
              <a:rPr lang="en-US" dirty="0"/>
              <a:t>" </a:t>
            </a:r>
            <a:r>
              <a:rPr lang="en-US" dirty="0" err="1"/>
              <a:t>android:text</a:t>
            </a:r>
            <a:r>
              <a:rPr lang="en-US" dirty="0"/>
              <a:t>="Send SMS"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"/&gt;</a:t>
            </a:r>
          </a:p>
          <a:p>
            <a:r>
              <a:rPr lang="en-US" dirty="0"/>
              <a:t>    &lt;Button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cameraBtn</a:t>
            </a:r>
            <a:r>
              <a:rPr lang="en-US" dirty="0"/>
              <a:t>" </a:t>
            </a:r>
            <a:r>
              <a:rPr lang="en-US" dirty="0" err="1"/>
              <a:t>android:text</a:t>
            </a:r>
            <a:r>
              <a:rPr lang="en-US" dirty="0"/>
              <a:t>="Open Camera"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"/&gt;</a:t>
            </a:r>
          </a:p>
          <a:p>
            <a:r>
              <a:rPr lang="en-US" dirty="0"/>
              <a:t>    &lt;Button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browserBtn</a:t>
            </a:r>
            <a:r>
              <a:rPr lang="en-US" dirty="0"/>
              <a:t>" </a:t>
            </a:r>
            <a:r>
              <a:rPr lang="en-US" dirty="0" err="1"/>
              <a:t>android:text</a:t>
            </a:r>
            <a:r>
              <a:rPr lang="en-US" dirty="0"/>
              <a:t>="Open Browser"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"/&gt;</a:t>
            </a:r>
          </a:p>
          <a:p>
            <a:r>
              <a:rPr lang="en-US" dirty="0"/>
              <a:t>    &lt;Button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mapBtn</a:t>
            </a:r>
            <a:r>
              <a:rPr lang="en-US" dirty="0"/>
              <a:t>" </a:t>
            </a:r>
            <a:r>
              <a:rPr lang="en-US" dirty="0" err="1"/>
              <a:t>android:text</a:t>
            </a:r>
            <a:r>
              <a:rPr lang="en-US" dirty="0"/>
              <a:t>="Open Maps"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"/&gt;</a:t>
            </a:r>
          </a:p>
          <a:p>
            <a:endParaRPr lang="en-US" dirty="0"/>
          </a:p>
          <a:p>
            <a:r>
              <a:rPr lang="en-US" dirty="0"/>
              <a:t>&lt;/</a:t>
            </a:r>
            <a:r>
              <a:rPr lang="en-US" dirty="0" err="1"/>
              <a:t>LinearLayout</a:t>
            </a:r>
            <a:r>
              <a:rPr lang="en-US" dirty="0"/>
              <a:t>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944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96D2C-8567-F6C0-74BA-E5A2F51F8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09587-418D-EA6D-1786-D1158A416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&lt;uses-permission </a:t>
            </a:r>
            <a:r>
              <a:rPr lang="en-US" dirty="0" err="1"/>
              <a:t>android:name</a:t>
            </a:r>
            <a:r>
              <a:rPr lang="en-US" dirty="0"/>
              <a:t>="</a:t>
            </a:r>
            <a:r>
              <a:rPr lang="en-US" dirty="0" err="1"/>
              <a:t>android.permission.CALL_PHONE</a:t>
            </a:r>
            <a:r>
              <a:rPr lang="en-US" dirty="0"/>
              <a:t>" /&gt;</a:t>
            </a:r>
          </a:p>
          <a:p>
            <a:r>
              <a:rPr lang="en-US" dirty="0"/>
              <a:t>&lt;uses-permission </a:t>
            </a:r>
            <a:r>
              <a:rPr lang="en-US" dirty="0" err="1"/>
              <a:t>android:name</a:t>
            </a:r>
            <a:r>
              <a:rPr lang="en-US" dirty="0"/>
              <a:t>="</a:t>
            </a:r>
            <a:r>
              <a:rPr lang="en-US" dirty="0" err="1"/>
              <a:t>android.permission.SEND_SMS</a:t>
            </a:r>
            <a:r>
              <a:rPr lang="en-US" dirty="0"/>
              <a:t>" /&gt;</a:t>
            </a:r>
          </a:p>
          <a:p>
            <a:r>
              <a:rPr lang="en-US" dirty="0"/>
              <a:t>&lt;uses-permission </a:t>
            </a:r>
            <a:r>
              <a:rPr lang="en-US" dirty="0" err="1"/>
              <a:t>android:name</a:t>
            </a:r>
            <a:r>
              <a:rPr lang="en-US" dirty="0"/>
              <a:t>="</a:t>
            </a:r>
            <a:r>
              <a:rPr lang="en-US" dirty="0" err="1"/>
              <a:t>android.permission.CAMERA</a:t>
            </a:r>
            <a:r>
              <a:rPr lang="en-US" dirty="0"/>
              <a:t>" /&gt;</a:t>
            </a:r>
          </a:p>
          <a:p>
            <a:r>
              <a:rPr lang="en-US" dirty="0"/>
              <a:t>&lt;uses-permission </a:t>
            </a:r>
            <a:r>
              <a:rPr lang="en-US" dirty="0" err="1"/>
              <a:t>android:name</a:t>
            </a:r>
            <a:r>
              <a:rPr lang="en-US" dirty="0"/>
              <a:t>="</a:t>
            </a:r>
            <a:r>
              <a:rPr lang="en-US" dirty="0" err="1"/>
              <a:t>android.permission.INTERNET</a:t>
            </a:r>
            <a:r>
              <a:rPr lang="en-US" dirty="0"/>
              <a:t>" /&gt;</a:t>
            </a:r>
          </a:p>
          <a:p>
            <a:r>
              <a:rPr lang="en-US" dirty="0"/>
              <a:t>&lt;uses-permission </a:t>
            </a:r>
            <a:r>
              <a:rPr lang="en-US" dirty="0" err="1"/>
              <a:t>android:name</a:t>
            </a:r>
            <a:r>
              <a:rPr lang="en-US" dirty="0"/>
              <a:t>="</a:t>
            </a:r>
            <a:r>
              <a:rPr lang="en-US" dirty="0" err="1"/>
              <a:t>android.permission.ACCESS_FINE_LOCATION</a:t>
            </a:r>
            <a:r>
              <a:rPr lang="en-US" dirty="0"/>
              <a:t>" /&gt;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258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46E19-4BAA-E071-5610-24385AD34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176EC3-39DA-2D16-7F65-49ECAFF7A24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431374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6960226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325928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Built-in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Intent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URI Scheme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926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Phone Dialer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ACTION_DIAL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tel: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383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ACTION_VIEW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sms: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417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Camera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ACTION_IMAGE_CAPTURE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619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Browser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ACTION_VIEW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http/https: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213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ACTION_SEND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message/rfc822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078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ACTION_VIEW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geo: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032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006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167C1-E803-C048-B71D-A2E6921D1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BA659-C52E-C129-2819-477D3845C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Review Questions</a:t>
            </a:r>
          </a:p>
          <a:p>
            <a:r>
              <a:rPr lang="en-US" dirty="0"/>
              <a:t>Define Intent and explain its role in Android app communication.</a:t>
            </a:r>
          </a:p>
          <a:p>
            <a:r>
              <a:rPr lang="en-US" dirty="0"/>
              <a:t>Differentiate between Explicit and Implicit Intents with examples.</a:t>
            </a:r>
          </a:p>
          <a:p>
            <a:r>
              <a:rPr lang="en-US" dirty="0"/>
              <a:t>Write Java code to open a browser and load </a:t>
            </a:r>
            <a:r>
              <a:rPr lang="en-US" i="1" dirty="0"/>
              <a:t>gcuf.edu.pk</a:t>
            </a:r>
            <a:r>
              <a:rPr lang="en-US" dirty="0"/>
              <a:t>.</a:t>
            </a:r>
          </a:p>
          <a:p>
            <a:r>
              <a:rPr lang="en-US" dirty="0"/>
              <a:t>What permissions are required to call or send an SMS?</a:t>
            </a:r>
          </a:p>
          <a:p>
            <a:r>
              <a:rPr lang="en-US" dirty="0"/>
              <a:t>How can you open the camera and capture an image using an Intent?</a:t>
            </a:r>
          </a:p>
          <a:p>
            <a:r>
              <a:rPr lang="en-US" dirty="0"/>
              <a:t>Explain how </a:t>
            </a:r>
            <a:r>
              <a:rPr lang="en-US" dirty="0" err="1"/>
              <a:t>Uri.parse</a:t>
            </a:r>
            <a:r>
              <a:rPr lang="en-US" dirty="0"/>
              <a:t>() works in Intent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890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32A8-D006-93BE-5558-CDF4ADD48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C85E5-F678-BF2B-6324-231E52475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Recommended Readings</a:t>
            </a:r>
          </a:p>
          <a:p>
            <a:r>
              <a:rPr lang="en-US" i="1" dirty="0"/>
              <a:t>Android Programming: The Big Nerd Ranch Guide</a:t>
            </a:r>
            <a:r>
              <a:rPr lang="en-US" dirty="0"/>
              <a:t> – Bill Phillips &amp; Brian Hardy</a:t>
            </a:r>
          </a:p>
          <a:p>
            <a:r>
              <a:rPr lang="en-US" i="1" dirty="0"/>
              <a:t>Head First Android Development</a:t>
            </a:r>
            <a:r>
              <a:rPr lang="en-US" dirty="0"/>
              <a:t> – Dawn Griffiths &amp; David Griffiths</a:t>
            </a:r>
          </a:p>
          <a:p>
            <a:r>
              <a:rPr lang="en-US" dirty="0"/>
              <a:t>Android Official Documentation: </a:t>
            </a:r>
            <a:r>
              <a:rPr lang="en-US" dirty="0">
                <a:hlinkClick r:id="rId2"/>
              </a:rPr>
              <a:t>https://developer.android.com/guide/components/intents-filters</a:t>
            </a:r>
            <a:endParaRPr lang="en-US" dirty="0"/>
          </a:p>
          <a:p>
            <a:r>
              <a:rPr lang="en-US" dirty="0"/>
              <a:t>GCUF Mobile App Development Lab Manual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80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1654</Words>
  <Application>Microsoft Office PowerPoint</Application>
  <PresentationFormat>Widescreen</PresentationFormat>
  <Paragraphs>203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Office Theme</vt:lpstr>
      <vt:lpstr>Calling Built-in Applications Using Intents</vt:lpstr>
      <vt:lpstr>PowerPoint Presentation</vt:lpstr>
      <vt:lpstr>PowerPoint Presentation</vt:lpstr>
      <vt:lpstr>Types of Intents</vt:lpstr>
      <vt:lpstr>Intent Structure</vt:lpstr>
      <vt:lpstr>PowerPoint Presentation</vt:lpstr>
      <vt:lpstr>PowerPoint Presentation</vt:lpstr>
      <vt:lpstr>PowerPoint Presentation</vt:lpstr>
      <vt:lpstr>Sending an SMS </vt:lpstr>
      <vt:lpstr>PowerPoint Presentation</vt:lpstr>
      <vt:lpstr>PowerPoint Presentation</vt:lpstr>
      <vt:lpstr>PowerPoint Presentation</vt:lpstr>
      <vt:lpstr>PowerPoint Presentation</vt:lpstr>
      <vt:lpstr>Example: Combined Intent Demo (Java Code)</vt:lpstr>
      <vt:lpstr>PowerPoint Presentation</vt:lpstr>
      <vt:lpstr>PowerPoint Presentation</vt:lpstr>
      <vt:lpstr>Activtiy_main.xml</vt:lpstr>
      <vt:lpstr>PowerPoint Presentation</vt:lpstr>
      <vt:lpstr>Summary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25</cp:revision>
  <dcterms:created xsi:type="dcterms:W3CDTF">2025-11-05T08:52:24Z</dcterms:created>
  <dcterms:modified xsi:type="dcterms:W3CDTF">2025-11-05T09:00:45Z</dcterms:modified>
</cp:coreProperties>
</file>