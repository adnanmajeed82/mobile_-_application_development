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3A90F-F8D5-F12F-6E02-D654DAC4F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63897-90BD-EC84-DB0F-E282E6E9D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BF63D-6764-BC6F-6E87-058F3D84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C8D0-8488-41BD-AB7D-F05425495D7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CDFA2-172E-EB2C-B396-46F988A05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AA58B-3A7A-FDD4-79DA-444B31816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06C2-F5CD-43F0-8763-67F15C9E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64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F44C-28C1-06DA-1F3F-A56F73A0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DE117-1440-B904-6D58-BDC52D8B1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356F-E5C7-36EE-CE9F-B98C19727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C8D0-8488-41BD-AB7D-F05425495D7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86CAA-7807-A7E8-1CC8-529F23F3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A9D98-2241-A8D7-84CB-6DBC2725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06C2-F5CD-43F0-8763-67F15C9E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7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FF150-A37D-AAA3-AE43-F1348536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FE0D-6148-535F-3265-8B5646E43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93DB0-5A14-24C9-E1F2-9FE00B7F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C8D0-8488-41BD-AB7D-F05425495D7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D02AA-2557-6403-E690-D926CEEF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3D372-291F-6B39-6EBE-3978829D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06C2-F5CD-43F0-8763-67F15C9E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94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E60A-6997-B6C0-AA62-F6E3977B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68580-9AD3-C6D4-9C8D-089CCCBD0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44C31-59BF-5A79-7441-D333A360E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0E548-5237-1FFE-7900-65AFBC7C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C8D0-8488-41BD-AB7D-F05425495D7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4F5B4-EC06-242E-7416-728759272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984B5-2A07-C30D-0A17-24E67BD4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06C2-F5CD-43F0-8763-67F15C9E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3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18B0-8DD1-0D33-04D1-A990A3AF3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B3237-B4DF-6A33-0154-28CEA86E5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B9DA0-BD68-4FBF-E46F-86A2F6C3B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C1203-21FF-DBD2-230F-61B50F1BA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9246C-5A70-EB71-923E-1946F220B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62FE0-B043-3187-A337-6C776E242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C8D0-8488-41BD-AB7D-F05425495D7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1C808-D1FE-05BE-F6EC-356544921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BFC368-3B87-B709-9812-AD5F1536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06C2-F5CD-43F0-8763-67F15C9E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20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077B-C44E-C110-11D1-3FC1F906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1473F-D9C3-0BBE-42FF-DFA373C77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C8D0-8488-41BD-AB7D-F05425495D7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88498-41FB-0489-890E-385819827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9F1616-BAB8-E3A8-F8CF-AB901EC3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06C2-F5CD-43F0-8763-67F15C9E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6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D2628-75FA-9D85-B257-4BF1EA283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C8D0-8488-41BD-AB7D-F05425495D7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34F341-5770-2B5F-EBF5-D14E4BF7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B0ADA-7449-FA3F-7B6D-49CFBA0E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06C2-F5CD-43F0-8763-67F15C9E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51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AAF1-7B0D-0F62-B598-E95BD258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95A3F-50AE-EDC8-FC6B-A685615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65499-A28B-2360-4C48-755F3B0ED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6A150-ACE6-EC96-6A80-3717B5B14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C8D0-8488-41BD-AB7D-F05425495D7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11A98-0CC8-EAFE-EF3F-902BC0917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25321-B67C-5391-81F7-AED4477C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06C2-F5CD-43F0-8763-67F15C9E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7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D49B-89F8-EE54-F6DA-5755CB7C2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CACA76-8DC1-A2E7-536F-77C8D82D6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3C36D-C3DB-4444-9479-DE376D6C3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B1C57-15A6-85F6-84B9-F44A95F4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C8D0-8488-41BD-AB7D-F05425495D7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D82D8-89AB-BCED-1219-9C77C203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0300C-589C-DBCA-0155-FBCEE3B62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06C2-F5CD-43F0-8763-67F15C9E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89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27DF-7D6C-80A4-C3A6-668B724DD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54F89-5329-3634-CD27-A50378F3C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144B0-46AF-83A4-B987-6F15C8FF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C8D0-8488-41BD-AB7D-F05425495D7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1D32B-BA13-66C0-1E6A-E991CBA7B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21ABE-DD00-C5B8-5318-589A237C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06C2-F5CD-43F0-8763-67F15C9E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3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6E20EA-1242-9FAA-A31B-9C5FA2288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76F14-0DEC-FC27-2B83-089C12E29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40901-AA2E-8F5A-8A01-1492CCA84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0C8D0-8488-41BD-AB7D-F05425495D7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B7F77-E49B-DD89-C7D5-1E0FF739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C5B3C-50B5-BACC-674C-6D40014E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406C2-F5CD-43F0-8763-67F15C9E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19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8A96E8-BBE9-F810-00BB-836F5261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5370C-A4D8-1967-3A6E-F5EC21AF1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BA140-ED6D-1861-92ED-71D092EBE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0C8D0-8488-41BD-AB7D-F05425495D7B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4877E-EA84-ADAC-3B9B-62A8F5D1D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0BB3C-D06B-8911-C0B7-5E7E021B1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406C2-F5CD-43F0-8763-67F15C9E5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4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acle.com/java/technologies/download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etbrains.com/idea/downloa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4BBD-9F63-9911-8A91-CAC5DB30EE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Mobile App Dev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9F0BE-C3F7-D25A-1B57-2E627A1BBC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5, Java Setup, Guide </a:t>
            </a:r>
          </a:p>
          <a:p>
            <a:r>
              <a:rPr lang="en-US" dirty="0"/>
              <a:t>Adnan Majeed </a:t>
            </a:r>
            <a:br>
              <a:rPr lang="en-US" dirty="0"/>
            </a:br>
            <a:r>
              <a:rPr lang="en-US" dirty="0"/>
              <a:t>Lecturer CS</a:t>
            </a:r>
          </a:p>
        </p:txBody>
      </p:sp>
    </p:spTree>
    <p:extLst>
      <p:ext uri="{BB962C8B-B14F-4D97-AF65-F5344CB8AC3E}">
        <p14:creationId xmlns:p14="http://schemas.microsoft.com/office/powerpoint/2010/main" val="857818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852B-B0A6-7476-9F76-7AF5DB1C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B133F-72CE-7D0A-BA9C-2AACBA4BD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 Install JDK (Java Development Kit)</a:t>
            </a:r>
          </a:p>
          <a:p>
            <a:r>
              <a:rPr lang="en-US" b="1" dirty="0"/>
              <a:t>🔹 Download &amp; Install</a:t>
            </a:r>
          </a:p>
          <a:p>
            <a:r>
              <a:rPr lang="en-US" dirty="0"/>
              <a:t>Go to: </a:t>
            </a:r>
            <a:r>
              <a:rPr lang="en-US" dirty="0">
                <a:hlinkClick r:id="rId2"/>
              </a:rPr>
              <a:t>https://www.oracle.com/java/technologies/downloads/</a:t>
            </a:r>
            <a:endParaRPr lang="en-US" dirty="0"/>
          </a:p>
          <a:p>
            <a:r>
              <a:rPr lang="en-US" dirty="0"/>
              <a:t>Download </a:t>
            </a:r>
            <a:r>
              <a:rPr lang="en-US" b="1" dirty="0"/>
              <a:t>JDK 21 or 17 (LTS version)</a:t>
            </a:r>
            <a:r>
              <a:rPr lang="en-US" dirty="0"/>
              <a:t> for Windows (x64 Installer).</a:t>
            </a:r>
          </a:p>
          <a:p>
            <a:r>
              <a:rPr lang="en-US" dirty="0"/>
              <a:t>Run the installer → follow setup wizard → note the installation path (example:</a:t>
            </a:r>
            <a:br>
              <a:rPr lang="en-US" dirty="0"/>
            </a:br>
            <a:r>
              <a:rPr lang="en-US" dirty="0"/>
              <a:t>C:\Program Files\Java\jdk-21)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418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D525-452C-704C-32BB-BDB8D3C17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D5ABE-A6D5-0BA1-EE1D-CFCE5BA7C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Step 2: Set Environment Variables (Windows 11)</a:t>
            </a:r>
          </a:p>
          <a:p>
            <a:r>
              <a:rPr lang="en-US" b="1" dirty="0"/>
              <a:t>🔹 Setup JAVA_HOME</a:t>
            </a:r>
          </a:p>
          <a:p>
            <a:r>
              <a:rPr lang="en-US" dirty="0"/>
              <a:t>Press </a:t>
            </a:r>
            <a:r>
              <a:rPr lang="en-US" b="1" dirty="0"/>
              <a:t>Win + S</a:t>
            </a:r>
            <a:r>
              <a:rPr lang="en-US" dirty="0"/>
              <a:t> → search “Environment Variables” → open </a:t>
            </a:r>
            <a:r>
              <a:rPr lang="en-US" b="1" dirty="0"/>
              <a:t>Edit system environment variables</a:t>
            </a:r>
            <a:r>
              <a:rPr lang="en-US" dirty="0"/>
              <a:t>.</a:t>
            </a:r>
          </a:p>
          <a:p>
            <a:r>
              <a:rPr lang="en-US" dirty="0"/>
              <a:t>Click </a:t>
            </a:r>
            <a:r>
              <a:rPr lang="en-US" b="1" dirty="0"/>
              <a:t>Environment Variables</a:t>
            </a:r>
            <a:r>
              <a:rPr lang="en-US" dirty="0"/>
              <a:t>.</a:t>
            </a:r>
          </a:p>
          <a:p>
            <a:r>
              <a:rPr lang="en-US" dirty="0"/>
              <a:t>Under </a:t>
            </a:r>
            <a:r>
              <a:rPr lang="en-US" b="1" dirty="0"/>
              <a:t>System variables</a:t>
            </a:r>
            <a:r>
              <a:rPr lang="en-US" dirty="0"/>
              <a:t>, click </a:t>
            </a:r>
            <a:r>
              <a:rPr lang="en-US" b="1" dirty="0"/>
              <a:t>New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Variable name:</a:t>
            </a:r>
            <a:r>
              <a:rPr lang="en-US" dirty="0"/>
              <a:t> JAVA_HOME</a:t>
            </a:r>
          </a:p>
          <a:p>
            <a:pPr lvl="1"/>
            <a:r>
              <a:rPr lang="en-US" b="1" dirty="0"/>
              <a:t>Variable value:</a:t>
            </a:r>
            <a:r>
              <a:rPr lang="en-US" dirty="0"/>
              <a:t> C:\Program Files\Java\jdk-21</a:t>
            </a:r>
          </a:p>
          <a:p>
            <a:r>
              <a:rPr lang="en-US" dirty="0"/>
              <a:t>Select </a:t>
            </a:r>
            <a:r>
              <a:rPr lang="en-US" b="1" dirty="0"/>
              <a:t>Path</a:t>
            </a:r>
            <a:r>
              <a:rPr lang="en-US" dirty="0"/>
              <a:t> → click </a:t>
            </a:r>
            <a:r>
              <a:rPr lang="en-US" b="1" dirty="0"/>
              <a:t>Edit</a:t>
            </a:r>
            <a:r>
              <a:rPr lang="en-US" dirty="0"/>
              <a:t> → </a:t>
            </a:r>
            <a:r>
              <a:rPr lang="en-US" b="1" dirty="0"/>
              <a:t>New</a:t>
            </a:r>
            <a:r>
              <a:rPr lang="en-US" dirty="0"/>
              <a:t> → add:</a:t>
            </a:r>
            <a:br>
              <a:rPr lang="en-US" dirty="0"/>
            </a:br>
            <a:r>
              <a:rPr lang="en-US" dirty="0"/>
              <a:t>%JAVA_HOME%\bin</a:t>
            </a:r>
          </a:p>
          <a:p>
            <a:r>
              <a:rPr lang="en-US" dirty="0"/>
              <a:t>Click </a:t>
            </a:r>
            <a:r>
              <a:rPr lang="en-US" b="1" dirty="0"/>
              <a:t>OK</a:t>
            </a:r>
            <a:r>
              <a:rPr lang="en-US" dirty="0"/>
              <a:t> on all windows.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1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0DF3E-7C14-8CE9-5532-4F65704C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C0DA1-95A7-9F61-89F6-10AE6A67F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installation:</a:t>
            </a:r>
          </a:p>
          <a:p>
            <a:r>
              <a:rPr lang="en-US" dirty="0"/>
              <a:t>java -version</a:t>
            </a:r>
          </a:p>
          <a:p>
            <a:r>
              <a:rPr lang="en-US" dirty="0" err="1"/>
              <a:t>javac</a:t>
            </a:r>
            <a:r>
              <a:rPr lang="en-US" dirty="0"/>
              <a:t> -version</a:t>
            </a:r>
          </a:p>
          <a:p>
            <a:r>
              <a:rPr lang="en-US" dirty="0"/>
              <a:t>You should see something like:</a:t>
            </a:r>
          </a:p>
          <a:p>
            <a:r>
              <a:rPr lang="en-US" dirty="0"/>
              <a:t>java version "21.0.x"</a:t>
            </a:r>
          </a:p>
          <a:p>
            <a:r>
              <a:rPr lang="en-US" dirty="0" err="1"/>
              <a:t>javac</a:t>
            </a:r>
            <a:r>
              <a:rPr lang="en-US" dirty="0"/>
              <a:t> 21.0.x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87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405F-8A22-B536-E4EB-CEF90A963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D6007-B84D-49C5-2F7D-833EEDF30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3: Install IntelliJ IDEA</a:t>
            </a:r>
          </a:p>
          <a:p>
            <a:r>
              <a:rPr lang="en-US" b="1" dirty="0"/>
              <a:t>🔹 Steps:</a:t>
            </a:r>
          </a:p>
          <a:p>
            <a:r>
              <a:rPr lang="en-US" dirty="0"/>
              <a:t>Download from </a:t>
            </a:r>
            <a:r>
              <a:rPr lang="en-US" dirty="0">
                <a:hlinkClick r:id="rId2"/>
              </a:rPr>
              <a:t>https://www.jetbrains.com/idea/download</a:t>
            </a:r>
            <a:endParaRPr lang="en-US" dirty="0"/>
          </a:p>
          <a:p>
            <a:r>
              <a:rPr lang="en-US" dirty="0"/>
              <a:t>Choose </a:t>
            </a:r>
            <a:r>
              <a:rPr lang="en-US" b="1" dirty="0"/>
              <a:t>Community Edition</a:t>
            </a:r>
            <a:r>
              <a:rPr lang="en-US" dirty="0"/>
              <a:t> (Free).</a:t>
            </a:r>
          </a:p>
          <a:p>
            <a:r>
              <a:rPr lang="en-US" dirty="0"/>
              <a:t>Install → Launch IntelliJ IDEA.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35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9250-85A5-F76C-093A-024181C3E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D16EC-8D7F-67E1-1E70-5EB5B51B0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4: Create Java Project in IntelliJ IDEA</a:t>
            </a:r>
          </a:p>
          <a:p>
            <a:r>
              <a:rPr lang="en-US" b="1" dirty="0"/>
              <a:t>Open IntelliJ IDEA</a:t>
            </a:r>
            <a:endParaRPr lang="en-US" dirty="0"/>
          </a:p>
          <a:p>
            <a:r>
              <a:rPr lang="en-US" dirty="0"/>
              <a:t>Click </a:t>
            </a:r>
            <a:r>
              <a:rPr lang="en-US" b="1" dirty="0"/>
              <a:t>New Project</a:t>
            </a:r>
            <a:endParaRPr lang="en-US" dirty="0"/>
          </a:p>
          <a:p>
            <a:r>
              <a:rPr lang="en-US" dirty="0"/>
              <a:t>Select </a:t>
            </a:r>
            <a:r>
              <a:rPr lang="en-US" b="1" dirty="0"/>
              <a:t>Java</a:t>
            </a:r>
            <a:endParaRPr lang="en-US" dirty="0"/>
          </a:p>
          <a:p>
            <a:r>
              <a:rPr lang="en-US" dirty="0"/>
              <a:t>Under </a:t>
            </a:r>
            <a:r>
              <a:rPr lang="en-US" b="1" dirty="0"/>
              <a:t>Project SDK</a:t>
            </a:r>
            <a:r>
              <a:rPr lang="en-US" dirty="0"/>
              <a:t>, select your installed JDK (add if missing).</a:t>
            </a:r>
          </a:p>
          <a:p>
            <a:r>
              <a:rPr lang="en-US" dirty="0"/>
              <a:t>Click </a:t>
            </a:r>
            <a:r>
              <a:rPr lang="en-US" b="1" dirty="0"/>
              <a:t>Next → Finish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05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FD2A-E3BA-5D56-7358-8D895184B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Create Java Class (Student.java)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5F4A2-BFDD-DE97-D1A7-F165B8148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public class Student {</a:t>
            </a:r>
          </a:p>
          <a:p>
            <a:r>
              <a:rPr lang="en-US" dirty="0"/>
              <a:t>    private String name;</a:t>
            </a:r>
          </a:p>
          <a:p>
            <a:r>
              <a:rPr lang="en-US" dirty="0"/>
              <a:t>    private int age;</a:t>
            </a:r>
          </a:p>
          <a:p>
            <a:r>
              <a:rPr lang="en-US" dirty="0"/>
              <a:t>    private String course;</a:t>
            </a:r>
          </a:p>
          <a:p>
            <a:endParaRPr lang="en-US" dirty="0"/>
          </a:p>
          <a:p>
            <a:r>
              <a:rPr lang="en-US" dirty="0"/>
              <a:t>    // Constructor</a:t>
            </a:r>
          </a:p>
          <a:p>
            <a:r>
              <a:rPr lang="en-US" dirty="0"/>
              <a:t>    public Student(String name, int age, String course) {</a:t>
            </a:r>
          </a:p>
          <a:p>
            <a:r>
              <a:rPr lang="en-US" dirty="0"/>
              <a:t>        this.name = name;</a:t>
            </a:r>
          </a:p>
          <a:p>
            <a:r>
              <a:rPr lang="en-US" dirty="0"/>
              <a:t>        </a:t>
            </a:r>
            <a:r>
              <a:rPr lang="en-US" dirty="0" err="1"/>
              <a:t>this.age</a:t>
            </a:r>
            <a:r>
              <a:rPr lang="en-US" dirty="0"/>
              <a:t> = age;</a:t>
            </a:r>
          </a:p>
          <a:p>
            <a:r>
              <a:rPr lang="en-US" dirty="0"/>
              <a:t>        </a:t>
            </a:r>
            <a:r>
              <a:rPr lang="en-US" dirty="0" err="1"/>
              <a:t>this.course</a:t>
            </a:r>
            <a:r>
              <a:rPr lang="en-US" dirty="0"/>
              <a:t> = course;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405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98DEF-99B6-4109-C36A-690C3E353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675"/>
            <a:ext cx="10515600" cy="5682288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/>
              <a:t>    // Method to display student info</a:t>
            </a:r>
          </a:p>
          <a:p>
            <a:r>
              <a:rPr lang="en-US" dirty="0"/>
              <a:t>    public void </a:t>
            </a:r>
            <a:r>
              <a:rPr lang="en-US" dirty="0" err="1"/>
              <a:t>displayInfo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("Student Name: " + name);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("Age: " + age);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("Course: " + course);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Main method to run program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Student s1 = new Student(“Ubaid", 25, "Computer Science");</a:t>
            </a:r>
          </a:p>
          <a:p>
            <a:r>
              <a:rPr lang="en-US" dirty="0"/>
              <a:t>        s1.displayInfo();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30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E49A-6D14-D342-D3B4-49CED4ED5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5118E-A804-8B44-18E8-64208E322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6: Run the Program</a:t>
            </a:r>
          </a:p>
          <a:p>
            <a:r>
              <a:rPr lang="en-US" dirty="0"/>
              <a:t>Right-click on the file Student.java</a:t>
            </a:r>
          </a:p>
          <a:p>
            <a:r>
              <a:rPr lang="en-US" dirty="0"/>
              <a:t>Click </a:t>
            </a:r>
            <a:r>
              <a:rPr lang="en-US" b="1" dirty="0"/>
              <a:t>Run '</a:t>
            </a:r>
            <a:r>
              <a:rPr lang="en-US" b="1" dirty="0" err="1"/>
              <a:t>Student.main</a:t>
            </a:r>
            <a:r>
              <a:rPr lang="en-US" b="1" dirty="0"/>
              <a:t>()'</a:t>
            </a:r>
            <a:endParaRPr lang="en-US" dirty="0"/>
          </a:p>
          <a:p>
            <a:r>
              <a:rPr lang="en-US" dirty="0"/>
              <a:t>Output should be: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761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0142-74EA-467B-B3FD-FF6BB0E21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Summary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96B96B-4CD2-E6B2-256E-67EDD9FBA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5643452"/>
              </p:ext>
            </p:extLst>
          </p:nvPr>
        </p:nvGraphicFramePr>
        <p:xfrm>
          <a:off x="838200" y="1690688"/>
          <a:ext cx="10515600" cy="3590769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27536225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223925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3678433"/>
                    </a:ext>
                  </a:extLst>
                </a:gridCol>
              </a:tblGrid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145563"/>
                  </a:ext>
                </a:extLst>
              </a:tr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Install JDK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Oracle JDK 17/21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098238"/>
                  </a:ext>
                </a:extLst>
              </a:tr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Set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JAVA_HOME +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671640"/>
                  </a:ext>
                </a:extLst>
              </a:tr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Install IntelliJ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Community Edition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039723"/>
                  </a:ext>
                </a:extLst>
              </a:tr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Java Project 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537265"/>
                  </a:ext>
                </a:extLst>
              </a:tr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Write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Student.java</a:t>
                      </a:r>
                      <a:r>
                        <a:rPr lang="en-US"/>
                        <a:t>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887487"/>
                  </a:ext>
                </a:extLst>
              </a:tr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Check Console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61894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51184C9-B030-70E4-481B-3BBE134CE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9176"/>
            <a:ext cx="18473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002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Mobile App Dev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5: Create Java Class (Student.java)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13</cp:revision>
  <dcterms:created xsi:type="dcterms:W3CDTF">2025-10-23T09:22:03Z</dcterms:created>
  <dcterms:modified xsi:type="dcterms:W3CDTF">2025-10-23T09:24:54Z</dcterms:modified>
</cp:coreProperties>
</file>