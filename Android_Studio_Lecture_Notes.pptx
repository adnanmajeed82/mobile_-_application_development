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Android Studio Setup &amp; Project Understanding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Lecture Notes by Adnan Majeed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1. Installation &amp; Setup of Android Studio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• Download from developer.android.com/studio</a:t>
            </a:r>
          </a:p>
          <a:p>
            <a:r>
              <a:t>• Install JDK and set JAVA_HOME path</a:t>
            </a:r>
          </a:p>
          <a:p>
            <a:r>
              <a:t>• Configure Android Studio → New Project → Empty Activity</a:t>
            </a:r>
          </a:p>
          <a:p>
            <a:r>
              <a:t>• Language: Java | Min SDK: API 24 (Android 7.0)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Set Environment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• JAVA_HOME → C:\Program Files\Java\jdk-21</a:t>
            </a:r>
          </a:p>
          <a:p>
            <a:r>
              <a:t>• Add %JAVA_HOME%\bin to PATH</a:t>
            </a:r>
          </a:p>
          <a:p>
            <a:r>
              <a:t>• Restart Android Studio to apply changes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Project Structure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• app/java: Contains Java/Kotlin files</a:t>
            </a:r>
          </a:p>
          <a:p>
            <a:r>
              <a:t>• app/res: Layouts, images, strings</a:t>
            </a:r>
          </a:p>
          <a:p>
            <a:r>
              <a:t>• AndroidManifest.xml: App configuration</a:t>
            </a:r>
          </a:p>
          <a:p>
            <a:r>
              <a:t>• Gradle files: Manage dependencies and SDK versions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Understanding MainActivity.java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• onCreate(): Called when app starts</a:t>
            </a:r>
          </a:p>
          <a:p>
            <a:r>
              <a:t>• setContentView(): Connects layout XML file</a:t>
            </a:r>
          </a:p>
          <a:p>
            <a:r>
              <a:t>• R.layout.activity_main → Refers to activity_main.xml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Understanding XML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• XML defines UI elements</a:t>
            </a:r>
          </a:p>
          <a:p>
            <a:r>
              <a:t>• LinearLayout arranges components vertically or horizontally</a:t>
            </a:r>
          </a:p>
          <a:p>
            <a:r>
              <a:t>• Common attributes: layout_width, height, text, textSize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Gradle Build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• Project-level: manages repositories &amp; classpath</a:t>
            </a:r>
          </a:p>
          <a:p>
            <a:r>
              <a:t>• App-level: defines compileSdk, dependencies</a:t>
            </a:r>
          </a:p>
          <a:p>
            <a:r>
              <a:t>• Automates build and packaging process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Running on Emulator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• Open Device Manager → Create Virtual Device</a:t>
            </a:r>
          </a:p>
          <a:p>
            <a:r>
              <a:t>• Select device &amp; system image (Android 13)</a:t>
            </a:r>
          </a:p>
          <a:p>
            <a:r>
              <a:t>• Click ▶️ to launch emulator</a:t>
            </a:r>
          </a:p>
          <a:p>
            <a:r>
              <a:t>• Run App (Shift + F10) to view on emulator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• Android Studio: IDE for development</a:t>
            </a:r>
          </a:p>
          <a:p>
            <a:r>
              <a:t>• JDK: Compiles Java code</a:t>
            </a:r>
          </a:p>
          <a:p>
            <a:r>
              <a:t>• XML: UI structure</a:t>
            </a:r>
          </a:p>
          <a:p>
            <a:r>
              <a:t>• Gradle: Dependency management</a:t>
            </a:r>
          </a:p>
          <a:p>
            <a:r>
              <a:t>• Emulator: Testing environment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Practice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1. Create a new project named HelloStudent</a:t>
            </a:r>
          </a:p>
          <a:p>
            <a:r>
              <a:t>2. Modify XML to show your name and batch</a:t>
            </a:r>
          </a:p>
          <a:p>
            <a:r>
              <a:t>3. Run app on emulator</a:t>
            </a:r>
          </a:p>
          <a:p>
            <a:r>
              <a:t>4. Observe XML-UI relationship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DCD07-DF59-C972-9F67-86C73729F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BC251-C689-2AAB-F058-2630848B0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package </a:t>
            </a:r>
            <a:r>
              <a:rPr lang="en-US" dirty="0" err="1"/>
              <a:t>com.example.myfirstapp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import </a:t>
            </a:r>
            <a:r>
              <a:rPr lang="en-US" dirty="0" err="1"/>
              <a:t>androidx.appcompat.app.AppCompatActivity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android.os.Bundle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public class </a:t>
            </a:r>
            <a:r>
              <a:rPr lang="en-US" dirty="0" err="1"/>
              <a:t>MainActivity</a:t>
            </a:r>
            <a:r>
              <a:rPr lang="en-US" dirty="0"/>
              <a:t> extends </a:t>
            </a:r>
            <a:r>
              <a:rPr lang="en-US" dirty="0" err="1"/>
              <a:t>AppCompatActivity</a:t>
            </a:r>
            <a:r>
              <a:rPr lang="en-US" dirty="0"/>
              <a:t> {</a:t>
            </a:r>
          </a:p>
          <a:p>
            <a:r>
              <a:rPr lang="en-US" dirty="0"/>
              <a:t>    @Override</a:t>
            </a:r>
          </a:p>
          <a:p>
            <a:r>
              <a:rPr lang="en-US" dirty="0"/>
              <a:t>    protected void </a:t>
            </a:r>
            <a:r>
              <a:rPr lang="en-US" dirty="0" err="1"/>
              <a:t>onCreate</a:t>
            </a:r>
            <a:r>
              <a:rPr lang="en-US" dirty="0"/>
              <a:t>(Bundle </a:t>
            </a:r>
            <a:r>
              <a:rPr lang="en-US" dirty="0" err="1"/>
              <a:t>savedInstanceState</a:t>
            </a:r>
            <a:r>
              <a:rPr lang="en-US" dirty="0"/>
              <a:t>) {</a:t>
            </a:r>
          </a:p>
          <a:p>
            <a:r>
              <a:rPr lang="en-US" dirty="0"/>
              <a:t>        </a:t>
            </a:r>
            <a:r>
              <a:rPr lang="en-US" dirty="0" err="1"/>
              <a:t>super.onCreate</a:t>
            </a:r>
            <a:r>
              <a:rPr lang="en-US" dirty="0"/>
              <a:t>(</a:t>
            </a:r>
            <a:r>
              <a:rPr lang="en-US" dirty="0" err="1"/>
              <a:t>savedInstanceState</a:t>
            </a:r>
            <a:r>
              <a:rPr lang="en-US" dirty="0"/>
              <a:t>);</a:t>
            </a:r>
          </a:p>
          <a:p>
            <a:r>
              <a:rPr lang="en-US" dirty="0"/>
              <a:t>        </a:t>
            </a:r>
            <a:r>
              <a:rPr lang="en-US" dirty="0" err="1"/>
              <a:t>setContentView</a:t>
            </a:r>
            <a:r>
              <a:rPr lang="en-US" dirty="0"/>
              <a:t>(</a:t>
            </a:r>
            <a:r>
              <a:rPr lang="en-US" dirty="0" err="1"/>
              <a:t>R.layout.activity_main</a:t>
            </a:r>
            <a:r>
              <a:rPr lang="en-US" dirty="0"/>
              <a:t>); // Connects layout XML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332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29360-2DC4-3BC8-276D-5F863FFE4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2CBB3-B340-B796-BD69-5213D6F2C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Explanation:</a:t>
            </a:r>
            <a:endParaRPr lang="en-US" dirty="0"/>
          </a:p>
          <a:p>
            <a:r>
              <a:rPr lang="en-US" dirty="0" err="1"/>
              <a:t>onCreate</a:t>
            </a:r>
            <a:r>
              <a:rPr lang="en-US" dirty="0"/>
              <a:t>() → Runs when app starts</a:t>
            </a:r>
          </a:p>
          <a:p>
            <a:r>
              <a:rPr lang="en-US" dirty="0" err="1"/>
              <a:t>setContentView</a:t>
            </a:r>
            <a:r>
              <a:rPr lang="en-US" dirty="0"/>
              <a:t>() → Displays the layout from XML</a:t>
            </a:r>
          </a:p>
          <a:p>
            <a:r>
              <a:rPr lang="en-US" dirty="0" err="1"/>
              <a:t>R.layout.activity_main</a:t>
            </a:r>
            <a:r>
              <a:rPr lang="en-US" dirty="0"/>
              <a:t> → Refers to activity_main.xml file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301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B12DF-D5FC-E8C9-BEB8-A7B12149F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2FA2B-792D-AD1E-A7B2-95294B733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&lt;?xml version="1.0" encoding="utf-8"?&gt;</a:t>
            </a:r>
          </a:p>
          <a:p>
            <a:r>
              <a:rPr lang="en-US" dirty="0"/>
              <a:t>&lt;</a:t>
            </a:r>
            <a:r>
              <a:rPr lang="en-US" dirty="0" err="1"/>
              <a:t>LinearLayout</a:t>
            </a:r>
            <a:r>
              <a:rPr lang="en-US" dirty="0"/>
              <a:t> </a:t>
            </a:r>
            <a:r>
              <a:rPr lang="en-US" dirty="0" err="1"/>
              <a:t>xmlns:android</a:t>
            </a:r>
            <a:r>
              <a:rPr lang="en-US" dirty="0"/>
              <a:t>="http://schemas.android.com/</a:t>
            </a:r>
            <a:r>
              <a:rPr lang="en-US" dirty="0" err="1"/>
              <a:t>apk</a:t>
            </a:r>
            <a:r>
              <a:rPr lang="en-US" dirty="0"/>
              <a:t>/res/android"</a:t>
            </a:r>
          </a:p>
          <a:p>
            <a:r>
              <a:rPr lang="en-US" dirty="0"/>
              <a:t>    </a:t>
            </a:r>
            <a:r>
              <a:rPr lang="en-US" dirty="0" err="1"/>
              <a:t>android:layout_width</a:t>
            </a:r>
            <a:r>
              <a:rPr lang="en-US" dirty="0"/>
              <a:t>="</a:t>
            </a:r>
            <a:r>
              <a:rPr lang="en-US" dirty="0" err="1"/>
              <a:t>match_parent</a:t>
            </a:r>
            <a:r>
              <a:rPr lang="en-US" dirty="0"/>
              <a:t>"</a:t>
            </a:r>
          </a:p>
          <a:p>
            <a:r>
              <a:rPr lang="en-US" dirty="0"/>
              <a:t>   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match_parent</a:t>
            </a:r>
            <a:r>
              <a:rPr lang="en-US" dirty="0"/>
              <a:t>"</a:t>
            </a:r>
          </a:p>
          <a:p>
            <a:r>
              <a:rPr lang="en-US" dirty="0"/>
              <a:t>    </a:t>
            </a:r>
            <a:r>
              <a:rPr lang="en-US" dirty="0" err="1"/>
              <a:t>android:gravity</a:t>
            </a:r>
            <a:r>
              <a:rPr lang="en-US" dirty="0"/>
              <a:t>="center"</a:t>
            </a:r>
          </a:p>
          <a:p>
            <a:r>
              <a:rPr lang="en-US" dirty="0"/>
              <a:t>    </a:t>
            </a:r>
            <a:r>
              <a:rPr lang="en-US" dirty="0" err="1"/>
              <a:t>android:orientation</a:t>
            </a:r>
            <a:r>
              <a:rPr lang="en-US" dirty="0"/>
              <a:t>="vertical"&gt;</a:t>
            </a:r>
          </a:p>
          <a:p>
            <a:endParaRPr lang="en-US" dirty="0"/>
          </a:p>
          <a:p>
            <a:r>
              <a:rPr lang="en-US" dirty="0"/>
              <a:t>    &lt;</a:t>
            </a:r>
            <a:r>
              <a:rPr lang="en-US" dirty="0" err="1"/>
              <a:t>TextView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android:id</a:t>
            </a:r>
            <a:r>
              <a:rPr lang="en-US" dirty="0"/>
              <a:t>="@+id/</a:t>
            </a:r>
            <a:r>
              <a:rPr lang="en-US" dirty="0" err="1"/>
              <a:t>textView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android:layout_width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android:text</a:t>
            </a:r>
            <a:r>
              <a:rPr lang="en-US" dirty="0"/>
              <a:t>="Hello Android!"</a:t>
            </a:r>
          </a:p>
          <a:p>
            <a:r>
              <a:rPr lang="en-US" dirty="0"/>
              <a:t>        </a:t>
            </a:r>
            <a:r>
              <a:rPr lang="en-US" dirty="0" err="1"/>
              <a:t>android:textSize</a:t>
            </a:r>
            <a:r>
              <a:rPr lang="en-US" dirty="0"/>
              <a:t>="24sp"</a:t>
            </a:r>
          </a:p>
          <a:p>
            <a:r>
              <a:rPr lang="en-US" dirty="0"/>
              <a:t>        </a:t>
            </a:r>
            <a:r>
              <a:rPr lang="en-US" dirty="0" err="1"/>
              <a:t>android:textColor</a:t>
            </a:r>
            <a:r>
              <a:rPr lang="en-US" dirty="0"/>
              <a:t>="#000000" /&gt;</a:t>
            </a:r>
          </a:p>
          <a:p>
            <a:endParaRPr lang="en-US" dirty="0"/>
          </a:p>
          <a:p>
            <a:r>
              <a:rPr lang="en-US" dirty="0"/>
              <a:t>&lt;/</a:t>
            </a:r>
            <a:r>
              <a:rPr lang="en-US" dirty="0" err="1"/>
              <a:t>LinearLayout</a:t>
            </a:r>
            <a:r>
              <a:rPr lang="en-US" dirty="0"/>
              <a:t>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252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FEC4B-0EAF-795A-FC54-807D18908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A23B6-0AAA-7BB1-42B1-76EB21BB4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Key Concepts:</a:t>
            </a:r>
            <a:endParaRPr lang="en-US" dirty="0"/>
          </a:p>
          <a:p>
            <a:r>
              <a:rPr lang="en-US" dirty="0"/>
              <a:t>XML defines </a:t>
            </a:r>
            <a:r>
              <a:rPr lang="en-US" b="1" dirty="0"/>
              <a:t>UI elements</a:t>
            </a:r>
            <a:r>
              <a:rPr lang="en-US" dirty="0"/>
              <a:t>.</a:t>
            </a:r>
          </a:p>
          <a:p>
            <a:r>
              <a:rPr lang="en-US" dirty="0" err="1"/>
              <a:t>LinearLayout</a:t>
            </a:r>
            <a:r>
              <a:rPr lang="en-US" dirty="0"/>
              <a:t> arranges elements </a:t>
            </a:r>
            <a:r>
              <a:rPr lang="en-US" b="1" dirty="0"/>
              <a:t>vertically or horizontally</a:t>
            </a:r>
            <a:r>
              <a:rPr lang="en-US" dirty="0"/>
              <a:t>.</a:t>
            </a:r>
          </a:p>
          <a:p>
            <a:r>
              <a:rPr lang="en-US" dirty="0"/>
              <a:t>Attributes like </a:t>
            </a:r>
            <a:r>
              <a:rPr lang="en-US" dirty="0" err="1"/>
              <a:t>layout_width</a:t>
            </a:r>
            <a:r>
              <a:rPr lang="en-US" dirty="0"/>
              <a:t>, height, and text control appearance.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987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6EC69-233A-40B7-B99E-0E79884D6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</a:t>
            </a:r>
            <a:r>
              <a:rPr lang="en-US" dirty="0" err="1"/>
              <a:t>gradle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4A42C-2F0F-305F-1FBA-9F30B86A9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plugins { id '</a:t>
            </a:r>
            <a:r>
              <a:rPr lang="en-US" dirty="0" err="1"/>
              <a:t>com.android.application</a:t>
            </a:r>
            <a:r>
              <a:rPr lang="en-US" dirty="0"/>
              <a:t>' }</a:t>
            </a:r>
          </a:p>
          <a:p>
            <a:endParaRPr lang="en-US" dirty="0"/>
          </a:p>
          <a:p>
            <a:r>
              <a:rPr lang="en-US" dirty="0"/>
              <a:t>android {</a:t>
            </a:r>
          </a:p>
          <a:p>
            <a:r>
              <a:rPr lang="en-US" dirty="0"/>
              <a:t>    </a:t>
            </a:r>
            <a:r>
              <a:rPr lang="en-US" dirty="0" err="1"/>
              <a:t>compileSdk</a:t>
            </a:r>
            <a:r>
              <a:rPr lang="en-US" dirty="0"/>
              <a:t> 34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defaultConfig</a:t>
            </a:r>
            <a:r>
              <a:rPr lang="en-US" dirty="0"/>
              <a:t> {</a:t>
            </a:r>
          </a:p>
          <a:p>
            <a:r>
              <a:rPr lang="en-US" dirty="0"/>
              <a:t>        </a:t>
            </a:r>
            <a:r>
              <a:rPr lang="en-US" dirty="0" err="1"/>
              <a:t>applicationId</a:t>
            </a:r>
            <a:r>
              <a:rPr lang="en-US" dirty="0"/>
              <a:t> "</a:t>
            </a:r>
            <a:r>
              <a:rPr lang="en-US" dirty="0" err="1"/>
              <a:t>com.example.myfirstapp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minSdk</a:t>
            </a:r>
            <a:r>
              <a:rPr lang="en-US" dirty="0"/>
              <a:t> 24</a:t>
            </a:r>
          </a:p>
          <a:p>
            <a:r>
              <a:rPr lang="en-US" dirty="0"/>
              <a:t>        </a:t>
            </a:r>
            <a:r>
              <a:rPr lang="en-US" dirty="0" err="1"/>
              <a:t>targetSdk</a:t>
            </a:r>
            <a:r>
              <a:rPr lang="en-US" dirty="0"/>
              <a:t> 34</a:t>
            </a:r>
          </a:p>
          <a:p>
            <a:r>
              <a:rPr lang="en-US" dirty="0"/>
              <a:t>        </a:t>
            </a:r>
            <a:r>
              <a:rPr lang="en-US" dirty="0" err="1"/>
              <a:t>versionCode</a:t>
            </a:r>
            <a:r>
              <a:rPr lang="en-US" dirty="0"/>
              <a:t> 1</a:t>
            </a:r>
          </a:p>
          <a:p>
            <a:r>
              <a:rPr lang="en-US" dirty="0"/>
              <a:t>        </a:t>
            </a:r>
            <a:r>
              <a:rPr lang="en-US" dirty="0" err="1"/>
              <a:t>versionName</a:t>
            </a:r>
            <a:r>
              <a:rPr lang="en-US" dirty="0"/>
              <a:t> "1.0"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dependencies {</a:t>
            </a:r>
          </a:p>
          <a:p>
            <a:r>
              <a:rPr lang="en-US" dirty="0"/>
              <a:t>    implementation 'androidx.appcompat:appcompat:1.7.0'</a:t>
            </a:r>
          </a:p>
          <a:p>
            <a:r>
              <a:rPr lang="en-US" dirty="0"/>
              <a:t>    implementation 'com.google.android.material:material:1.12.0'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8993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F5EAF-3BEC-6E28-A374-89418CD16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6BDF1-5F26-F89E-987B-F2BCCF7A2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Purpose:</a:t>
            </a:r>
            <a:endParaRPr lang="en-US" dirty="0"/>
          </a:p>
          <a:p>
            <a:r>
              <a:rPr lang="en-US" dirty="0"/>
              <a:t>Manages dependencies (libraries)</a:t>
            </a:r>
          </a:p>
          <a:p>
            <a:r>
              <a:rPr lang="en-US" dirty="0"/>
              <a:t>Defines SDK versions</a:t>
            </a:r>
          </a:p>
          <a:p>
            <a:r>
              <a:rPr lang="en-US" dirty="0"/>
              <a:t>Automates builds &amp; app packaging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053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FDCD8-9C60-1FA4-E04B-5A6DA8532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A09C4-1CFE-2A55-DCB2-0742A19AC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6. Emulator Execution Steps</a:t>
            </a:r>
          </a:p>
          <a:p>
            <a:r>
              <a:rPr lang="en-US" b="1" dirty="0"/>
              <a:t>Step 1:</a:t>
            </a:r>
            <a:r>
              <a:rPr lang="en-US" dirty="0"/>
              <a:t> Click on </a:t>
            </a:r>
            <a:r>
              <a:rPr lang="en-US" b="1" dirty="0"/>
              <a:t>Device Manager</a:t>
            </a:r>
            <a:r>
              <a:rPr lang="en-US" dirty="0"/>
              <a:t> → </a:t>
            </a:r>
            <a:r>
              <a:rPr lang="en-US" b="1" dirty="0"/>
              <a:t>Create Virtual Device</a:t>
            </a:r>
            <a:br>
              <a:rPr lang="en-US" dirty="0"/>
            </a:br>
            <a:r>
              <a:rPr lang="en-US" b="1" dirty="0"/>
              <a:t>Step 2:</a:t>
            </a:r>
            <a:r>
              <a:rPr lang="en-US" dirty="0"/>
              <a:t> Choose </a:t>
            </a:r>
            <a:r>
              <a:rPr lang="en-US" b="1" dirty="0"/>
              <a:t>Pixel 5</a:t>
            </a:r>
            <a:r>
              <a:rPr lang="en-US" dirty="0"/>
              <a:t> or any model</a:t>
            </a:r>
            <a:br>
              <a:rPr lang="en-US" dirty="0"/>
            </a:br>
            <a:r>
              <a:rPr lang="en-US" b="1" dirty="0"/>
              <a:t>Step 3:</a:t>
            </a:r>
            <a:r>
              <a:rPr lang="en-US" dirty="0"/>
              <a:t> Select </a:t>
            </a:r>
            <a:r>
              <a:rPr lang="en-US" b="1" dirty="0"/>
              <a:t>System Image (e.g., Android 13)</a:t>
            </a:r>
            <a:br>
              <a:rPr lang="en-US" dirty="0"/>
            </a:br>
            <a:r>
              <a:rPr lang="en-US" b="1" dirty="0"/>
              <a:t>Step 4:</a:t>
            </a:r>
            <a:r>
              <a:rPr lang="en-US" dirty="0"/>
              <a:t> Click </a:t>
            </a:r>
            <a:r>
              <a:rPr lang="en-US" b="1" dirty="0"/>
              <a:t>Play ▶️</a:t>
            </a:r>
            <a:r>
              <a:rPr lang="en-US" dirty="0"/>
              <a:t> to run emulator</a:t>
            </a:r>
            <a:br>
              <a:rPr lang="en-US" dirty="0"/>
            </a:br>
            <a:r>
              <a:rPr lang="en-US" b="1" dirty="0"/>
              <a:t>Step 5:</a:t>
            </a:r>
            <a:r>
              <a:rPr lang="en-US" dirty="0"/>
              <a:t> Press </a:t>
            </a:r>
            <a:r>
              <a:rPr lang="en-US" b="1" dirty="0"/>
              <a:t>Run App (Shift + F10)</a:t>
            </a:r>
            <a:r>
              <a:rPr lang="en-US" dirty="0"/>
              <a:t> to install &amp; view your app on emulator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215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748</Words>
  <Application>Microsoft Office PowerPoint</Application>
  <PresentationFormat>On-screen Show (4:3)</PresentationFormat>
  <Paragraphs>115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Android Studio Setup &amp; Project Understanding</vt:lpstr>
      <vt:lpstr>1. Installation &amp; Setup of Android Studio</vt:lpstr>
      <vt:lpstr>2. Set Environment Variables</vt:lpstr>
      <vt:lpstr>3. Project Structure Overview</vt:lpstr>
      <vt:lpstr>4. Understanding MainActivity.java</vt:lpstr>
      <vt:lpstr>5. Understanding XML Layout</vt:lpstr>
      <vt:lpstr>6. Gradle Build System</vt:lpstr>
      <vt:lpstr>7. Running on Emulator</vt:lpstr>
      <vt:lpstr>8. Summary</vt:lpstr>
      <vt:lpstr>9. Practice Exercise</vt:lpstr>
      <vt:lpstr>code</vt:lpstr>
      <vt:lpstr>PowerPoint Presentation</vt:lpstr>
      <vt:lpstr>xml</vt:lpstr>
      <vt:lpstr>PowerPoint Presentation</vt:lpstr>
      <vt:lpstr>Build gradle 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Hp</cp:lastModifiedBy>
  <cp:revision>9</cp:revision>
  <dcterms:created xsi:type="dcterms:W3CDTF">2013-01-27T09:14:16Z</dcterms:created>
  <dcterms:modified xsi:type="dcterms:W3CDTF">2025-10-23T10:36:57Z</dcterms:modified>
  <cp:category/>
</cp:coreProperties>
</file>