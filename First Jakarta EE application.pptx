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168E7-A019-E2D4-0088-DE8CBE7F703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7037D3B-2F17-70AD-D5E9-C7282E7049D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F9C4A84-D8CE-6F71-B636-876A3A5C9472}"/>
              </a:ext>
            </a:extLst>
          </p:cNvPr>
          <p:cNvSpPr>
            <a:spLocks noGrp="1"/>
          </p:cNvSpPr>
          <p:nvPr>
            <p:ph type="dt" sz="half" idx="10"/>
          </p:nvPr>
        </p:nvSpPr>
        <p:spPr/>
        <p:txBody>
          <a:bodyPr/>
          <a:lstStyle/>
          <a:p>
            <a:fld id="{FC14A0E8-2CA5-4D3C-BDAF-621FD8284582}" type="datetimeFigureOut">
              <a:rPr lang="en-US" smtClean="0"/>
              <a:t>12/1/2025</a:t>
            </a:fld>
            <a:endParaRPr lang="en-US"/>
          </a:p>
        </p:txBody>
      </p:sp>
      <p:sp>
        <p:nvSpPr>
          <p:cNvPr id="5" name="Footer Placeholder 4">
            <a:extLst>
              <a:ext uri="{FF2B5EF4-FFF2-40B4-BE49-F238E27FC236}">
                <a16:creationId xmlns:a16="http://schemas.microsoft.com/office/drawing/2014/main" id="{C978273D-5873-228C-36AA-8AB9A58DF0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08F50A-1C9B-528F-6688-F05F50AB8373}"/>
              </a:ext>
            </a:extLst>
          </p:cNvPr>
          <p:cNvSpPr>
            <a:spLocks noGrp="1"/>
          </p:cNvSpPr>
          <p:nvPr>
            <p:ph type="sldNum" sz="quarter" idx="12"/>
          </p:nvPr>
        </p:nvSpPr>
        <p:spPr/>
        <p:txBody>
          <a:bodyPr/>
          <a:lstStyle/>
          <a:p>
            <a:fld id="{B0EF05B8-0785-4FB5-BC06-E2159F699DEE}" type="slidenum">
              <a:rPr lang="en-US" smtClean="0"/>
              <a:t>‹#›</a:t>
            </a:fld>
            <a:endParaRPr lang="en-US"/>
          </a:p>
        </p:txBody>
      </p:sp>
    </p:spTree>
    <p:extLst>
      <p:ext uri="{BB962C8B-B14F-4D97-AF65-F5344CB8AC3E}">
        <p14:creationId xmlns:p14="http://schemas.microsoft.com/office/powerpoint/2010/main" val="29770896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97F8D-1104-AC2D-4A3F-905C2F1ABF2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4227DB3-3D3B-FA36-6B6C-240F05CA936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7F88B6-49C1-232F-23F6-80AE864AFC84}"/>
              </a:ext>
            </a:extLst>
          </p:cNvPr>
          <p:cNvSpPr>
            <a:spLocks noGrp="1"/>
          </p:cNvSpPr>
          <p:nvPr>
            <p:ph type="dt" sz="half" idx="10"/>
          </p:nvPr>
        </p:nvSpPr>
        <p:spPr/>
        <p:txBody>
          <a:bodyPr/>
          <a:lstStyle/>
          <a:p>
            <a:fld id="{FC14A0E8-2CA5-4D3C-BDAF-621FD8284582}" type="datetimeFigureOut">
              <a:rPr lang="en-US" smtClean="0"/>
              <a:t>12/1/2025</a:t>
            </a:fld>
            <a:endParaRPr lang="en-US"/>
          </a:p>
        </p:txBody>
      </p:sp>
      <p:sp>
        <p:nvSpPr>
          <p:cNvPr id="5" name="Footer Placeholder 4">
            <a:extLst>
              <a:ext uri="{FF2B5EF4-FFF2-40B4-BE49-F238E27FC236}">
                <a16:creationId xmlns:a16="http://schemas.microsoft.com/office/drawing/2014/main" id="{B2D10FE4-00C8-7D4F-C60D-EA482CD9F6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CFB3F9-9024-7F40-839C-F20DFA0D8C8D}"/>
              </a:ext>
            </a:extLst>
          </p:cNvPr>
          <p:cNvSpPr>
            <a:spLocks noGrp="1"/>
          </p:cNvSpPr>
          <p:nvPr>
            <p:ph type="sldNum" sz="quarter" idx="12"/>
          </p:nvPr>
        </p:nvSpPr>
        <p:spPr/>
        <p:txBody>
          <a:bodyPr/>
          <a:lstStyle/>
          <a:p>
            <a:fld id="{B0EF05B8-0785-4FB5-BC06-E2159F699DEE}" type="slidenum">
              <a:rPr lang="en-US" smtClean="0"/>
              <a:t>‹#›</a:t>
            </a:fld>
            <a:endParaRPr lang="en-US"/>
          </a:p>
        </p:txBody>
      </p:sp>
    </p:spTree>
    <p:extLst>
      <p:ext uri="{BB962C8B-B14F-4D97-AF65-F5344CB8AC3E}">
        <p14:creationId xmlns:p14="http://schemas.microsoft.com/office/powerpoint/2010/main" val="1503405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FB278-68B9-C9D5-34F4-56A348A5D59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6CD9100-C9D6-D05A-FF24-6E71180999A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475A831-28D5-152F-B3A4-F599F4E5FD14}"/>
              </a:ext>
            </a:extLst>
          </p:cNvPr>
          <p:cNvSpPr>
            <a:spLocks noGrp="1"/>
          </p:cNvSpPr>
          <p:nvPr>
            <p:ph type="dt" sz="half" idx="10"/>
          </p:nvPr>
        </p:nvSpPr>
        <p:spPr/>
        <p:txBody>
          <a:bodyPr/>
          <a:lstStyle/>
          <a:p>
            <a:fld id="{FC14A0E8-2CA5-4D3C-BDAF-621FD8284582}" type="datetimeFigureOut">
              <a:rPr lang="en-US" smtClean="0"/>
              <a:t>12/1/2025</a:t>
            </a:fld>
            <a:endParaRPr lang="en-US"/>
          </a:p>
        </p:txBody>
      </p:sp>
      <p:sp>
        <p:nvSpPr>
          <p:cNvPr id="5" name="Footer Placeholder 4">
            <a:extLst>
              <a:ext uri="{FF2B5EF4-FFF2-40B4-BE49-F238E27FC236}">
                <a16:creationId xmlns:a16="http://schemas.microsoft.com/office/drawing/2014/main" id="{C9E4406F-D309-A743-A907-F5F77AE2D5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D1E353-8ABD-0F99-C485-9FC108654CC1}"/>
              </a:ext>
            </a:extLst>
          </p:cNvPr>
          <p:cNvSpPr>
            <a:spLocks noGrp="1"/>
          </p:cNvSpPr>
          <p:nvPr>
            <p:ph type="sldNum" sz="quarter" idx="12"/>
          </p:nvPr>
        </p:nvSpPr>
        <p:spPr/>
        <p:txBody>
          <a:bodyPr/>
          <a:lstStyle/>
          <a:p>
            <a:fld id="{B0EF05B8-0785-4FB5-BC06-E2159F699DEE}" type="slidenum">
              <a:rPr lang="en-US" smtClean="0"/>
              <a:t>‹#›</a:t>
            </a:fld>
            <a:endParaRPr lang="en-US"/>
          </a:p>
        </p:txBody>
      </p:sp>
    </p:spTree>
    <p:extLst>
      <p:ext uri="{BB962C8B-B14F-4D97-AF65-F5344CB8AC3E}">
        <p14:creationId xmlns:p14="http://schemas.microsoft.com/office/powerpoint/2010/main" val="3424630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7B855-C813-89F4-9169-08AD3943F5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839BB5B-8037-7A0C-33C9-56DC163B964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A558696-F163-6F23-5560-351486C7B0E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A87C1DB-A117-6516-F0FC-4FD3B22E727F}"/>
              </a:ext>
            </a:extLst>
          </p:cNvPr>
          <p:cNvSpPr>
            <a:spLocks noGrp="1"/>
          </p:cNvSpPr>
          <p:nvPr>
            <p:ph type="dt" sz="half" idx="10"/>
          </p:nvPr>
        </p:nvSpPr>
        <p:spPr/>
        <p:txBody>
          <a:bodyPr/>
          <a:lstStyle/>
          <a:p>
            <a:fld id="{FC14A0E8-2CA5-4D3C-BDAF-621FD8284582}" type="datetimeFigureOut">
              <a:rPr lang="en-US" smtClean="0"/>
              <a:t>12/1/2025</a:t>
            </a:fld>
            <a:endParaRPr lang="en-US"/>
          </a:p>
        </p:txBody>
      </p:sp>
      <p:sp>
        <p:nvSpPr>
          <p:cNvPr id="6" name="Footer Placeholder 5">
            <a:extLst>
              <a:ext uri="{FF2B5EF4-FFF2-40B4-BE49-F238E27FC236}">
                <a16:creationId xmlns:a16="http://schemas.microsoft.com/office/drawing/2014/main" id="{593B1097-42AD-6B6A-B9D5-228F176107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3DE1B4-E241-0BA5-3CCA-7EB4D91FB1EA}"/>
              </a:ext>
            </a:extLst>
          </p:cNvPr>
          <p:cNvSpPr>
            <a:spLocks noGrp="1"/>
          </p:cNvSpPr>
          <p:nvPr>
            <p:ph type="sldNum" sz="quarter" idx="12"/>
          </p:nvPr>
        </p:nvSpPr>
        <p:spPr/>
        <p:txBody>
          <a:bodyPr/>
          <a:lstStyle/>
          <a:p>
            <a:fld id="{B0EF05B8-0785-4FB5-BC06-E2159F699DEE}" type="slidenum">
              <a:rPr lang="en-US" smtClean="0"/>
              <a:t>‹#›</a:t>
            </a:fld>
            <a:endParaRPr lang="en-US"/>
          </a:p>
        </p:txBody>
      </p:sp>
    </p:spTree>
    <p:extLst>
      <p:ext uri="{BB962C8B-B14F-4D97-AF65-F5344CB8AC3E}">
        <p14:creationId xmlns:p14="http://schemas.microsoft.com/office/powerpoint/2010/main" val="25211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D5A96-C35E-FA79-67B0-074B73ACA11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F9C2053-9596-454B-F6DC-DAEB12F7C6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28537FF-3BAD-6348-B61A-72C113BE587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A17CFD3-6782-C85A-8CAA-D3AD0324980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E12923-BE76-332C-647F-848EF8080FD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65AEB80-62F4-0CF3-7B86-418B52DE7C09}"/>
              </a:ext>
            </a:extLst>
          </p:cNvPr>
          <p:cNvSpPr>
            <a:spLocks noGrp="1"/>
          </p:cNvSpPr>
          <p:nvPr>
            <p:ph type="dt" sz="half" idx="10"/>
          </p:nvPr>
        </p:nvSpPr>
        <p:spPr/>
        <p:txBody>
          <a:bodyPr/>
          <a:lstStyle/>
          <a:p>
            <a:fld id="{FC14A0E8-2CA5-4D3C-BDAF-621FD8284582}" type="datetimeFigureOut">
              <a:rPr lang="en-US" smtClean="0"/>
              <a:t>12/1/2025</a:t>
            </a:fld>
            <a:endParaRPr lang="en-US"/>
          </a:p>
        </p:txBody>
      </p:sp>
      <p:sp>
        <p:nvSpPr>
          <p:cNvPr id="8" name="Footer Placeholder 7">
            <a:extLst>
              <a:ext uri="{FF2B5EF4-FFF2-40B4-BE49-F238E27FC236}">
                <a16:creationId xmlns:a16="http://schemas.microsoft.com/office/drawing/2014/main" id="{288E1697-8BBF-4632-F2A6-FBEFB1AD96D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65657A2-1B56-04CF-0549-ADF88EC894E9}"/>
              </a:ext>
            </a:extLst>
          </p:cNvPr>
          <p:cNvSpPr>
            <a:spLocks noGrp="1"/>
          </p:cNvSpPr>
          <p:nvPr>
            <p:ph type="sldNum" sz="quarter" idx="12"/>
          </p:nvPr>
        </p:nvSpPr>
        <p:spPr/>
        <p:txBody>
          <a:bodyPr/>
          <a:lstStyle/>
          <a:p>
            <a:fld id="{B0EF05B8-0785-4FB5-BC06-E2159F699DEE}" type="slidenum">
              <a:rPr lang="en-US" smtClean="0"/>
              <a:t>‹#›</a:t>
            </a:fld>
            <a:endParaRPr lang="en-US"/>
          </a:p>
        </p:txBody>
      </p:sp>
    </p:spTree>
    <p:extLst>
      <p:ext uri="{BB962C8B-B14F-4D97-AF65-F5344CB8AC3E}">
        <p14:creationId xmlns:p14="http://schemas.microsoft.com/office/powerpoint/2010/main" val="32691050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60BFE-1912-F678-A62B-E305856D38E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BC5E748-D90E-8619-4625-057A6EBD8AD1}"/>
              </a:ext>
            </a:extLst>
          </p:cNvPr>
          <p:cNvSpPr>
            <a:spLocks noGrp="1"/>
          </p:cNvSpPr>
          <p:nvPr>
            <p:ph type="dt" sz="half" idx="10"/>
          </p:nvPr>
        </p:nvSpPr>
        <p:spPr/>
        <p:txBody>
          <a:bodyPr/>
          <a:lstStyle/>
          <a:p>
            <a:fld id="{FC14A0E8-2CA5-4D3C-BDAF-621FD8284582}" type="datetimeFigureOut">
              <a:rPr lang="en-US" smtClean="0"/>
              <a:t>12/1/2025</a:t>
            </a:fld>
            <a:endParaRPr lang="en-US"/>
          </a:p>
        </p:txBody>
      </p:sp>
      <p:sp>
        <p:nvSpPr>
          <p:cNvPr id="4" name="Footer Placeholder 3">
            <a:extLst>
              <a:ext uri="{FF2B5EF4-FFF2-40B4-BE49-F238E27FC236}">
                <a16:creationId xmlns:a16="http://schemas.microsoft.com/office/drawing/2014/main" id="{1204347F-B554-8260-0AB5-B5A38120376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6B74EFB-E2FF-03EC-2DB2-9B587E4F3178}"/>
              </a:ext>
            </a:extLst>
          </p:cNvPr>
          <p:cNvSpPr>
            <a:spLocks noGrp="1"/>
          </p:cNvSpPr>
          <p:nvPr>
            <p:ph type="sldNum" sz="quarter" idx="12"/>
          </p:nvPr>
        </p:nvSpPr>
        <p:spPr/>
        <p:txBody>
          <a:bodyPr/>
          <a:lstStyle/>
          <a:p>
            <a:fld id="{B0EF05B8-0785-4FB5-BC06-E2159F699DEE}" type="slidenum">
              <a:rPr lang="en-US" smtClean="0"/>
              <a:t>‹#›</a:t>
            </a:fld>
            <a:endParaRPr lang="en-US"/>
          </a:p>
        </p:txBody>
      </p:sp>
    </p:spTree>
    <p:extLst>
      <p:ext uri="{BB962C8B-B14F-4D97-AF65-F5344CB8AC3E}">
        <p14:creationId xmlns:p14="http://schemas.microsoft.com/office/powerpoint/2010/main" val="1233704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17CDFFA-1AA3-B4E8-EF6B-7DB5608A07A1}"/>
              </a:ext>
            </a:extLst>
          </p:cNvPr>
          <p:cNvSpPr>
            <a:spLocks noGrp="1"/>
          </p:cNvSpPr>
          <p:nvPr>
            <p:ph type="dt" sz="half" idx="10"/>
          </p:nvPr>
        </p:nvSpPr>
        <p:spPr/>
        <p:txBody>
          <a:bodyPr/>
          <a:lstStyle/>
          <a:p>
            <a:fld id="{FC14A0E8-2CA5-4D3C-BDAF-621FD8284582}" type="datetimeFigureOut">
              <a:rPr lang="en-US" smtClean="0"/>
              <a:t>12/1/2025</a:t>
            </a:fld>
            <a:endParaRPr lang="en-US"/>
          </a:p>
        </p:txBody>
      </p:sp>
      <p:sp>
        <p:nvSpPr>
          <p:cNvPr id="3" name="Footer Placeholder 2">
            <a:extLst>
              <a:ext uri="{FF2B5EF4-FFF2-40B4-BE49-F238E27FC236}">
                <a16:creationId xmlns:a16="http://schemas.microsoft.com/office/drawing/2014/main" id="{1DBB19C1-E669-D296-C7B1-DF5666BA17A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623C979-F89C-ABF9-FDC4-EC4EE22A8F8E}"/>
              </a:ext>
            </a:extLst>
          </p:cNvPr>
          <p:cNvSpPr>
            <a:spLocks noGrp="1"/>
          </p:cNvSpPr>
          <p:nvPr>
            <p:ph type="sldNum" sz="quarter" idx="12"/>
          </p:nvPr>
        </p:nvSpPr>
        <p:spPr/>
        <p:txBody>
          <a:bodyPr/>
          <a:lstStyle/>
          <a:p>
            <a:fld id="{B0EF05B8-0785-4FB5-BC06-E2159F699DEE}" type="slidenum">
              <a:rPr lang="en-US" smtClean="0"/>
              <a:t>‹#›</a:t>
            </a:fld>
            <a:endParaRPr lang="en-US"/>
          </a:p>
        </p:txBody>
      </p:sp>
    </p:spTree>
    <p:extLst>
      <p:ext uri="{BB962C8B-B14F-4D97-AF65-F5344CB8AC3E}">
        <p14:creationId xmlns:p14="http://schemas.microsoft.com/office/powerpoint/2010/main" val="5981589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A0538-5828-893D-61EE-CE5A85D80D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9AAD3C2-C17F-992E-6348-5361CAC090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653105F-1AD3-9754-E11A-45606FFD30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AAF688-3D49-5D16-C28D-1C09215B04D4}"/>
              </a:ext>
            </a:extLst>
          </p:cNvPr>
          <p:cNvSpPr>
            <a:spLocks noGrp="1"/>
          </p:cNvSpPr>
          <p:nvPr>
            <p:ph type="dt" sz="half" idx="10"/>
          </p:nvPr>
        </p:nvSpPr>
        <p:spPr/>
        <p:txBody>
          <a:bodyPr/>
          <a:lstStyle/>
          <a:p>
            <a:fld id="{FC14A0E8-2CA5-4D3C-BDAF-621FD8284582}" type="datetimeFigureOut">
              <a:rPr lang="en-US" smtClean="0"/>
              <a:t>12/1/2025</a:t>
            </a:fld>
            <a:endParaRPr lang="en-US"/>
          </a:p>
        </p:txBody>
      </p:sp>
      <p:sp>
        <p:nvSpPr>
          <p:cNvPr id="6" name="Footer Placeholder 5">
            <a:extLst>
              <a:ext uri="{FF2B5EF4-FFF2-40B4-BE49-F238E27FC236}">
                <a16:creationId xmlns:a16="http://schemas.microsoft.com/office/drawing/2014/main" id="{390E72B9-2854-60BD-8291-AD5820184D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86F8A4-1F8B-F1AD-9830-2FD895045B21}"/>
              </a:ext>
            </a:extLst>
          </p:cNvPr>
          <p:cNvSpPr>
            <a:spLocks noGrp="1"/>
          </p:cNvSpPr>
          <p:nvPr>
            <p:ph type="sldNum" sz="quarter" idx="12"/>
          </p:nvPr>
        </p:nvSpPr>
        <p:spPr/>
        <p:txBody>
          <a:bodyPr/>
          <a:lstStyle/>
          <a:p>
            <a:fld id="{B0EF05B8-0785-4FB5-BC06-E2159F699DEE}" type="slidenum">
              <a:rPr lang="en-US" smtClean="0"/>
              <a:t>‹#›</a:t>
            </a:fld>
            <a:endParaRPr lang="en-US"/>
          </a:p>
        </p:txBody>
      </p:sp>
    </p:spTree>
    <p:extLst>
      <p:ext uri="{BB962C8B-B14F-4D97-AF65-F5344CB8AC3E}">
        <p14:creationId xmlns:p14="http://schemas.microsoft.com/office/powerpoint/2010/main" val="3927900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38B70-3C8B-AAB1-342E-DD6FD31EF1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6943651-85A8-48E7-51D8-1DED7F2EDA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9D4608C-2A0E-EFFC-E063-A6D1006431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9954E0-E606-CA62-CDFF-A37A7118FBE8}"/>
              </a:ext>
            </a:extLst>
          </p:cNvPr>
          <p:cNvSpPr>
            <a:spLocks noGrp="1"/>
          </p:cNvSpPr>
          <p:nvPr>
            <p:ph type="dt" sz="half" idx="10"/>
          </p:nvPr>
        </p:nvSpPr>
        <p:spPr/>
        <p:txBody>
          <a:bodyPr/>
          <a:lstStyle/>
          <a:p>
            <a:fld id="{FC14A0E8-2CA5-4D3C-BDAF-621FD8284582}" type="datetimeFigureOut">
              <a:rPr lang="en-US" smtClean="0"/>
              <a:t>12/1/2025</a:t>
            </a:fld>
            <a:endParaRPr lang="en-US"/>
          </a:p>
        </p:txBody>
      </p:sp>
      <p:sp>
        <p:nvSpPr>
          <p:cNvPr id="6" name="Footer Placeholder 5">
            <a:extLst>
              <a:ext uri="{FF2B5EF4-FFF2-40B4-BE49-F238E27FC236}">
                <a16:creationId xmlns:a16="http://schemas.microsoft.com/office/drawing/2014/main" id="{6275520E-2ABE-A04D-AEE8-B22408215DE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D434B7-8873-F959-1602-7576D2EDF775}"/>
              </a:ext>
            </a:extLst>
          </p:cNvPr>
          <p:cNvSpPr>
            <a:spLocks noGrp="1"/>
          </p:cNvSpPr>
          <p:nvPr>
            <p:ph type="sldNum" sz="quarter" idx="12"/>
          </p:nvPr>
        </p:nvSpPr>
        <p:spPr/>
        <p:txBody>
          <a:bodyPr/>
          <a:lstStyle/>
          <a:p>
            <a:fld id="{B0EF05B8-0785-4FB5-BC06-E2159F699DEE}" type="slidenum">
              <a:rPr lang="en-US" smtClean="0"/>
              <a:t>‹#›</a:t>
            </a:fld>
            <a:endParaRPr lang="en-US"/>
          </a:p>
        </p:txBody>
      </p:sp>
    </p:spTree>
    <p:extLst>
      <p:ext uri="{BB962C8B-B14F-4D97-AF65-F5344CB8AC3E}">
        <p14:creationId xmlns:p14="http://schemas.microsoft.com/office/powerpoint/2010/main" val="9970747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99287-F80A-1F9B-3AA4-970399EB18B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51AFA78-C50F-230D-D972-33D38CE8CDC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EB9F80-9C38-B186-C148-82A4C25F10AC}"/>
              </a:ext>
            </a:extLst>
          </p:cNvPr>
          <p:cNvSpPr>
            <a:spLocks noGrp="1"/>
          </p:cNvSpPr>
          <p:nvPr>
            <p:ph type="dt" sz="half" idx="10"/>
          </p:nvPr>
        </p:nvSpPr>
        <p:spPr/>
        <p:txBody>
          <a:bodyPr/>
          <a:lstStyle/>
          <a:p>
            <a:fld id="{FC14A0E8-2CA5-4D3C-BDAF-621FD8284582}" type="datetimeFigureOut">
              <a:rPr lang="en-US" smtClean="0"/>
              <a:t>12/1/2025</a:t>
            </a:fld>
            <a:endParaRPr lang="en-US"/>
          </a:p>
        </p:txBody>
      </p:sp>
      <p:sp>
        <p:nvSpPr>
          <p:cNvPr id="5" name="Footer Placeholder 4">
            <a:extLst>
              <a:ext uri="{FF2B5EF4-FFF2-40B4-BE49-F238E27FC236}">
                <a16:creationId xmlns:a16="http://schemas.microsoft.com/office/drawing/2014/main" id="{3DB789CE-AA41-315C-8EB8-FA1E6AC7A1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CDA5AB-B16C-2045-69F4-0C6FCF63A90D}"/>
              </a:ext>
            </a:extLst>
          </p:cNvPr>
          <p:cNvSpPr>
            <a:spLocks noGrp="1"/>
          </p:cNvSpPr>
          <p:nvPr>
            <p:ph type="sldNum" sz="quarter" idx="12"/>
          </p:nvPr>
        </p:nvSpPr>
        <p:spPr/>
        <p:txBody>
          <a:bodyPr/>
          <a:lstStyle/>
          <a:p>
            <a:fld id="{B0EF05B8-0785-4FB5-BC06-E2159F699DEE}" type="slidenum">
              <a:rPr lang="en-US" smtClean="0"/>
              <a:t>‹#›</a:t>
            </a:fld>
            <a:endParaRPr lang="en-US"/>
          </a:p>
        </p:txBody>
      </p:sp>
    </p:spTree>
    <p:extLst>
      <p:ext uri="{BB962C8B-B14F-4D97-AF65-F5344CB8AC3E}">
        <p14:creationId xmlns:p14="http://schemas.microsoft.com/office/powerpoint/2010/main" val="5283529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FEFC80-CACA-03C8-C927-9A0398C77FD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7EBD1A7-641C-0EF0-6A17-F4A3E08411B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DE1498-EF4A-A3C0-CCCB-FE4778D0961B}"/>
              </a:ext>
            </a:extLst>
          </p:cNvPr>
          <p:cNvSpPr>
            <a:spLocks noGrp="1"/>
          </p:cNvSpPr>
          <p:nvPr>
            <p:ph type="dt" sz="half" idx="10"/>
          </p:nvPr>
        </p:nvSpPr>
        <p:spPr/>
        <p:txBody>
          <a:bodyPr/>
          <a:lstStyle/>
          <a:p>
            <a:fld id="{FC14A0E8-2CA5-4D3C-BDAF-621FD8284582}" type="datetimeFigureOut">
              <a:rPr lang="en-US" smtClean="0"/>
              <a:t>12/1/2025</a:t>
            </a:fld>
            <a:endParaRPr lang="en-US"/>
          </a:p>
        </p:txBody>
      </p:sp>
      <p:sp>
        <p:nvSpPr>
          <p:cNvPr id="5" name="Footer Placeholder 4">
            <a:extLst>
              <a:ext uri="{FF2B5EF4-FFF2-40B4-BE49-F238E27FC236}">
                <a16:creationId xmlns:a16="http://schemas.microsoft.com/office/drawing/2014/main" id="{F29F705A-EFD7-7C46-B2DF-5035AE476F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65549F-DAB1-4AAE-1734-979684848077}"/>
              </a:ext>
            </a:extLst>
          </p:cNvPr>
          <p:cNvSpPr>
            <a:spLocks noGrp="1"/>
          </p:cNvSpPr>
          <p:nvPr>
            <p:ph type="sldNum" sz="quarter" idx="12"/>
          </p:nvPr>
        </p:nvSpPr>
        <p:spPr/>
        <p:txBody>
          <a:bodyPr/>
          <a:lstStyle/>
          <a:p>
            <a:fld id="{B0EF05B8-0785-4FB5-BC06-E2159F699DEE}" type="slidenum">
              <a:rPr lang="en-US" smtClean="0"/>
              <a:t>‹#›</a:t>
            </a:fld>
            <a:endParaRPr lang="en-US"/>
          </a:p>
        </p:txBody>
      </p:sp>
    </p:spTree>
    <p:extLst>
      <p:ext uri="{BB962C8B-B14F-4D97-AF65-F5344CB8AC3E}">
        <p14:creationId xmlns:p14="http://schemas.microsoft.com/office/powerpoint/2010/main" val="23224905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E9004C2-F1AA-8886-6976-BB626F9F51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72F62E8-7A8D-D44C-8AB8-DD74CB6DC6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987846-2F88-F918-5A79-6E325ED8BC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14A0E8-2CA5-4D3C-BDAF-621FD8284582}" type="datetimeFigureOut">
              <a:rPr lang="en-US" smtClean="0"/>
              <a:t>12/1/2025</a:t>
            </a:fld>
            <a:endParaRPr lang="en-US"/>
          </a:p>
        </p:txBody>
      </p:sp>
      <p:sp>
        <p:nvSpPr>
          <p:cNvPr id="5" name="Footer Placeholder 4">
            <a:extLst>
              <a:ext uri="{FF2B5EF4-FFF2-40B4-BE49-F238E27FC236}">
                <a16:creationId xmlns:a16="http://schemas.microsoft.com/office/drawing/2014/main" id="{55448F85-4972-B612-48B1-C07FBA2B439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586F323-20C8-089A-B575-988978B5D0D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0EF05B8-0785-4FB5-BC06-E2159F699DEE}" type="slidenum">
              <a:rPr lang="en-US" smtClean="0"/>
              <a:t>‹#›</a:t>
            </a:fld>
            <a:endParaRPr lang="en-US"/>
          </a:p>
        </p:txBody>
      </p:sp>
    </p:spTree>
    <p:extLst>
      <p:ext uri="{BB962C8B-B14F-4D97-AF65-F5344CB8AC3E}">
        <p14:creationId xmlns:p14="http://schemas.microsoft.com/office/powerpoint/2010/main" val="39121948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jetbrains.com/help/idea/sdk.html"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8A220-FDAF-D194-DD9B-86AA06162A33}"/>
              </a:ext>
            </a:extLst>
          </p:cNvPr>
          <p:cNvSpPr>
            <a:spLocks noGrp="1"/>
          </p:cNvSpPr>
          <p:nvPr>
            <p:ph type="ctrTitle"/>
          </p:nvPr>
        </p:nvSpPr>
        <p:spPr/>
        <p:txBody>
          <a:bodyPr/>
          <a:lstStyle/>
          <a:p>
            <a:r>
              <a:rPr lang="en-US" dirty="0"/>
              <a:t>First Jakarta EE application </a:t>
            </a:r>
          </a:p>
        </p:txBody>
      </p:sp>
      <p:sp>
        <p:nvSpPr>
          <p:cNvPr id="3" name="Subtitle 2">
            <a:extLst>
              <a:ext uri="{FF2B5EF4-FFF2-40B4-BE49-F238E27FC236}">
                <a16:creationId xmlns:a16="http://schemas.microsoft.com/office/drawing/2014/main" id="{C2456345-7560-467C-FE7C-9AB99635CFC2}"/>
              </a:ext>
            </a:extLst>
          </p:cNvPr>
          <p:cNvSpPr>
            <a:spLocks noGrp="1"/>
          </p:cNvSpPr>
          <p:nvPr>
            <p:ph type="subTitle" idx="1"/>
          </p:nvPr>
        </p:nvSpPr>
        <p:spPr/>
        <p:txBody>
          <a:bodyPr/>
          <a:lstStyle/>
          <a:p>
            <a:r>
              <a:rPr lang="en-US" dirty="0" err="1"/>
              <a:t>Intellij</a:t>
            </a:r>
            <a:r>
              <a:rPr lang="en-US" dirty="0"/>
              <a:t> Idea Ultimate edition. </a:t>
            </a:r>
          </a:p>
          <a:p>
            <a:r>
              <a:rPr lang="en-US" dirty="0"/>
              <a:t>Adnan Majeed</a:t>
            </a:r>
          </a:p>
          <a:p>
            <a:r>
              <a:rPr lang="en-US" dirty="0"/>
              <a:t>Lecturer CS </a:t>
            </a:r>
          </a:p>
        </p:txBody>
      </p:sp>
    </p:spTree>
    <p:extLst>
      <p:ext uri="{BB962C8B-B14F-4D97-AF65-F5344CB8AC3E}">
        <p14:creationId xmlns:p14="http://schemas.microsoft.com/office/powerpoint/2010/main" val="18597707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2A3B4-BE46-CB13-D2BC-2629EA1B26EE}"/>
              </a:ext>
            </a:extLst>
          </p:cNvPr>
          <p:cNvSpPr>
            <a:spLocks noGrp="1"/>
          </p:cNvSpPr>
          <p:nvPr>
            <p:ph type="title"/>
          </p:nvPr>
        </p:nvSpPr>
        <p:spPr/>
        <p:txBody>
          <a:bodyPr/>
          <a:lstStyle/>
          <a:p>
            <a:r>
              <a:rPr lang="en-US" b="1" dirty="0"/>
              <a:t>Create a new Jakarta EE project﻿</a:t>
            </a:r>
            <a:br>
              <a:rPr lang="en-US" b="1" dirty="0"/>
            </a:br>
            <a:endParaRPr lang="en-US" dirty="0"/>
          </a:p>
        </p:txBody>
      </p:sp>
      <p:sp>
        <p:nvSpPr>
          <p:cNvPr id="3" name="Content Placeholder 2">
            <a:extLst>
              <a:ext uri="{FF2B5EF4-FFF2-40B4-BE49-F238E27FC236}">
                <a16:creationId xmlns:a16="http://schemas.microsoft.com/office/drawing/2014/main" id="{2A4B6638-3095-9A4A-F1EA-60B41F7FCA3F}"/>
              </a:ext>
            </a:extLst>
          </p:cNvPr>
          <p:cNvSpPr>
            <a:spLocks noGrp="1"/>
          </p:cNvSpPr>
          <p:nvPr>
            <p:ph idx="1"/>
          </p:nvPr>
        </p:nvSpPr>
        <p:spPr/>
        <p:txBody>
          <a:bodyPr>
            <a:normAutofit fontScale="92500" lnSpcReduction="20000"/>
          </a:bodyPr>
          <a:lstStyle/>
          <a:p>
            <a:pPr fontAlgn="base"/>
            <a:r>
              <a:rPr lang="en-US" dirty="0">
                <a:effectLst/>
              </a:rPr>
              <a:t>IntelliJ IDEA includes a dedicated wizard for creating Jakarta Enterprise projects based on various Jakarta EE implementations. In this tutorial, we will create a simple web application.</a:t>
            </a:r>
          </a:p>
          <a:p>
            <a:pPr fontAlgn="base"/>
            <a:r>
              <a:rPr lang="en-US" dirty="0"/>
              <a:t>In the main menu, go to </a:t>
            </a:r>
            <a:r>
              <a:rPr lang="en-US" b="1" dirty="0"/>
              <a:t>File | New | Project</a:t>
            </a:r>
            <a:r>
              <a:rPr lang="en-US" dirty="0"/>
              <a:t>.</a:t>
            </a:r>
          </a:p>
          <a:p>
            <a:pPr fontAlgn="base"/>
            <a:r>
              <a:rPr lang="en-US" dirty="0"/>
              <a:t>In the </a:t>
            </a:r>
            <a:r>
              <a:rPr lang="en-US" b="1" dirty="0"/>
              <a:t>New Project</a:t>
            </a:r>
            <a:r>
              <a:rPr lang="en-US" dirty="0"/>
              <a:t> dialog, select </a:t>
            </a:r>
            <a:r>
              <a:rPr lang="en-US" b="1" dirty="0"/>
              <a:t>Jakarta EE</a:t>
            </a:r>
            <a:r>
              <a:rPr lang="en-US" dirty="0"/>
              <a:t>.</a:t>
            </a:r>
          </a:p>
          <a:p>
            <a:pPr fontAlgn="base"/>
            <a:r>
              <a:rPr lang="en-US" dirty="0"/>
              <a:t>Enter a name for your project: </a:t>
            </a:r>
            <a:r>
              <a:rPr lang="en-US" dirty="0" err="1"/>
              <a:t>JakartaEEHelloWorld</a:t>
            </a:r>
            <a:r>
              <a:rPr lang="en-US" dirty="0"/>
              <a:t>.</a:t>
            </a:r>
          </a:p>
          <a:p>
            <a:pPr fontAlgn="base"/>
            <a:r>
              <a:rPr lang="en-US" dirty="0"/>
              <a:t>Select the </a:t>
            </a:r>
            <a:r>
              <a:rPr lang="en-US" b="1" dirty="0"/>
              <a:t>Web application</a:t>
            </a:r>
            <a:r>
              <a:rPr lang="en-US" dirty="0"/>
              <a:t> template, </a:t>
            </a:r>
            <a:r>
              <a:rPr lang="en-US" b="1" dirty="0"/>
              <a:t>Maven</a:t>
            </a:r>
            <a:r>
              <a:rPr lang="en-US" dirty="0"/>
              <a:t> as a build tool, and use Oracle OpenJDK 17 as the project </a:t>
            </a:r>
            <a:r>
              <a:rPr lang="en-US" dirty="0">
                <a:hlinkClick r:id="rId2"/>
              </a:rPr>
              <a:t>SDK</a:t>
            </a:r>
            <a:r>
              <a:rPr lang="en-US" dirty="0"/>
              <a:t>. Don't select or add an application server, we will do it later.</a:t>
            </a:r>
          </a:p>
          <a:p>
            <a:pPr fontAlgn="base"/>
            <a:r>
              <a:rPr lang="en-US" dirty="0"/>
              <a:t>Click </a:t>
            </a:r>
            <a:r>
              <a:rPr lang="en-US" b="1" dirty="0"/>
              <a:t>Next</a:t>
            </a:r>
            <a:r>
              <a:rPr lang="en-US" dirty="0"/>
              <a:t> to continue.</a:t>
            </a:r>
          </a:p>
          <a:p>
            <a:br>
              <a:rPr lang="en-US" dirty="0"/>
            </a:br>
            <a:endParaRPr lang="en-US" dirty="0"/>
          </a:p>
        </p:txBody>
      </p:sp>
    </p:spTree>
    <p:extLst>
      <p:ext uri="{BB962C8B-B14F-4D97-AF65-F5344CB8AC3E}">
        <p14:creationId xmlns:p14="http://schemas.microsoft.com/office/powerpoint/2010/main" val="12248136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New Java Enterprise project wizard">
            <a:extLst>
              <a:ext uri="{FF2B5EF4-FFF2-40B4-BE49-F238E27FC236}">
                <a16:creationId xmlns:a16="http://schemas.microsoft.com/office/drawing/2014/main" id="{3B815A35-9FA1-1819-D481-4D66AD3AF94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59125" y="791304"/>
            <a:ext cx="6700061" cy="55055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6208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E1C41-4292-08B7-D383-81E29A21368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A32BD6C-D69D-6E50-5597-1B767B6E2B72}"/>
              </a:ext>
            </a:extLst>
          </p:cNvPr>
          <p:cNvSpPr>
            <a:spLocks noGrp="1"/>
          </p:cNvSpPr>
          <p:nvPr>
            <p:ph idx="1"/>
          </p:nvPr>
        </p:nvSpPr>
        <p:spPr/>
        <p:txBody>
          <a:bodyPr/>
          <a:lstStyle/>
          <a:p>
            <a:pPr fontAlgn="base"/>
            <a:r>
              <a:rPr lang="en-US" dirty="0"/>
              <a:t>In the </a:t>
            </a:r>
            <a:r>
              <a:rPr lang="en-US" b="1" dirty="0"/>
              <a:t>Version</a:t>
            </a:r>
            <a:r>
              <a:rPr lang="en-US" dirty="0"/>
              <a:t> field, select </a:t>
            </a:r>
            <a:r>
              <a:rPr lang="en-US" b="1" dirty="0"/>
              <a:t>Jakarta EE 11</a:t>
            </a:r>
            <a:r>
              <a:rPr lang="en-US" dirty="0"/>
              <a:t> because that's what Tomcat 11 used in this tutorial is compatible with.</a:t>
            </a:r>
          </a:p>
          <a:p>
            <a:pPr fontAlgn="base"/>
            <a:r>
              <a:rPr lang="en-US" dirty="0"/>
              <a:t>For Tomcat 9, select </a:t>
            </a:r>
            <a:r>
              <a:rPr lang="en-US" b="1" dirty="0"/>
              <a:t>Java EE 8</a:t>
            </a:r>
            <a:r>
              <a:rPr lang="en-US" dirty="0"/>
              <a:t>. For Tomcat 10, select </a:t>
            </a:r>
            <a:r>
              <a:rPr lang="en-US" b="1" dirty="0"/>
              <a:t>Jakarta EE 9.1</a:t>
            </a:r>
            <a:r>
              <a:rPr lang="en-US" dirty="0"/>
              <a:t>.</a:t>
            </a:r>
          </a:p>
          <a:p>
            <a:pPr fontAlgn="base"/>
            <a:r>
              <a:rPr lang="en-US" dirty="0"/>
              <a:t>In the </a:t>
            </a:r>
            <a:r>
              <a:rPr lang="en-US" b="1" dirty="0"/>
              <a:t>Dependencies</a:t>
            </a:r>
            <a:r>
              <a:rPr lang="en-US" dirty="0"/>
              <a:t> list, you can see that the web application template includes only the </a:t>
            </a:r>
            <a:r>
              <a:rPr lang="en-US" b="1" dirty="0"/>
              <a:t>Servlet</a:t>
            </a:r>
            <a:r>
              <a:rPr lang="en-US" dirty="0"/>
              <a:t> framework under </a:t>
            </a:r>
            <a:r>
              <a:rPr lang="en-US" b="1" dirty="0"/>
              <a:t>Specifications</a:t>
            </a:r>
            <a:r>
              <a:rPr lang="en-US" dirty="0"/>
              <a:t>.</a:t>
            </a:r>
          </a:p>
          <a:p>
            <a:endParaRPr lang="en-US" dirty="0"/>
          </a:p>
        </p:txBody>
      </p:sp>
    </p:spTree>
    <p:extLst>
      <p:ext uri="{BB962C8B-B14F-4D97-AF65-F5344CB8AC3E}">
        <p14:creationId xmlns:p14="http://schemas.microsoft.com/office/powerpoint/2010/main" val="37558394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A9F23-195A-18C9-B5D7-846547474B2D}"/>
              </a:ext>
            </a:extLst>
          </p:cNvPr>
          <p:cNvSpPr>
            <a:spLocks noGrp="1"/>
          </p:cNvSpPr>
          <p:nvPr>
            <p:ph type="title"/>
          </p:nvPr>
        </p:nvSpPr>
        <p:spPr/>
        <p:txBody>
          <a:bodyPr/>
          <a:lstStyle/>
          <a:p>
            <a:endParaRPr lang="en-US"/>
          </a:p>
        </p:txBody>
      </p:sp>
      <p:pic>
        <p:nvPicPr>
          <p:cNvPr id="2050" name="Picture 2" descr="New Java Enterprise project wizard">
            <a:extLst>
              <a:ext uri="{FF2B5EF4-FFF2-40B4-BE49-F238E27FC236}">
                <a16:creationId xmlns:a16="http://schemas.microsoft.com/office/drawing/2014/main" id="{861F459D-F11A-C920-63E4-DA371F45B90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693512" y="1825625"/>
            <a:ext cx="4804975"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51632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7695A-AF76-3913-7E14-AA85F284D232}"/>
              </a:ext>
            </a:extLst>
          </p:cNvPr>
          <p:cNvSpPr>
            <a:spLocks noGrp="1"/>
          </p:cNvSpPr>
          <p:nvPr>
            <p:ph type="title"/>
          </p:nvPr>
        </p:nvSpPr>
        <p:spPr/>
        <p:txBody>
          <a:bodyPr/>
          <a:lstStyle/>
          <a:p>
            <a:r>
              <a:rPr lang="en-US" b="1" dirty="0"/>
              <a:t>Explore the default project structure﻿</a:t>
            </a:r>
            <a:br>
              <a:rPr lang="en-US" b="1" dirty="0"/>
            </a:br>
            <a:endParaRPr lang="en-US" dirty="0"/>
          </a:p>
        </p:txBody>
      </p:sp>
      <p:sp>
        <p:nvSpPr>
          <p:cNvPr id="3" name="Content Placeholder 2">
            <a:extLst>
              <a:ext uri="{FF2B5EF4-FFF2-40B4-BE49-F238E27FC236}">
                <a16:creationId xmlns:a16="http://schemas.microsoft.com/office/drawing/2014/main" id="{0E415E77-D788-8D89-01EC-17867C14B407}"/>
              </a:ext>
            </a:extLst>
          </p:cNvPr>
          <p:cNvSpPr>
            <a:spLocks noGrp="1"/>
          </p:cNvSpPr>
          <p:nvPr>
            <p:ph idx="1"/>
          </p:nvPr>
        </p:nvSpPr>
        <p:spPr/>
        <p:txBody>
          <a:bodyPr>
            <a:normAutofit fontScale="70000" lnSpcReduction="20000"/>
          </a:bodyPr>
          <a:lstStyle/>
          <a:p>
            <a:pPr fontAlgn="base"/>
            <a:r>
              <a:rPr lang="en-US" dirty="0"/>
              <a:t>IntelliJ IDEA creates a project with some boilerplate code that you can build and deploy successfully.</a:t>
            </a:r>
          </a:p>
          <a:p>
            <a:pPr fontAlgn="base"/>
            <a:r>
              <a:rPr lang="en-US" b="1" dirty="0"/>
              <a:t>pom.xml</a:t>
            </a:r>
            <a:r>
              <a:rPr lang="en-US" dirty="0"/>
              <a:t> is the </a:t>
            </a:r>
            <a:r>
              <a:rPr lang="en-US" i="1" dirty="0"/>
              <a:t>Project Object Model</a:t>
            </a:r>
            <a:r>
              <a:rPr lang="en-US" dirty="0"/>
              <a:t> with Maven configuration information, including dependencies and plugins necessary for building the project.</a:t>
            </a:r>
          </a:p>
          <a:p>
            <a:pPr fontAlgn="base"/>
            <a:r>
              <a:rPr lang="en-US" dirty="0"/>
              <a:t>pom.xml</a:t>
            </a:r>
          </a:p>
          <a:p>
            <a:pPr fontAlgn="base"/>
            <a:r>
              <a:rPr lang="en-US" dirty="0"/>
              <a:t> {...}</a:t>
            </a:r>
          </a:p>
          <a:p>
            <a:pPr fontAlgn="base"/>
            <a:r>
              <a:rPr lang="en-US" b="1" dirty="0" err="1"/>
              <a:t>index.jsp</a:t>
            </a:r>
            <a:r>
              <a:rPr lang="en-US" dirty="0"/>
              <a:t> is the starting page of your application that opens when you access the root directory URL. It renders Hello World! and a link to /hello-servlet.</a:t>
            </a:r>
          </a:p>
          <a:p>
            <a:pPr fontAlgn="base"/>
            <a:r>
              <a:rPr lang="en-US" dirty="0" err="1"/>
              <a:t>src</a:t>
            </a:r>
            <a:r>
              <a:rPr lang="en-US" dirty="0"/>
              <a:t>/main/webapp/</a:t>
            </a:r>
            <a:r>
              <a:rPr lang="en-US" dirty="0" err="1"/>
              <a:t>index.jsp</a:t>
            </a:r>
            <a:endParaRPr lang="en-US" dirty="0"/>
          </a:p>
          <a:p>
            <a:pPr fontAlgn="base"/>
            <a:r>
              <a:rPr lang="en-US" dirty="0"/>
              <a:t> {...}</a:t>
            </a:r>
          </a:p>
          <a:p>
            <a:pPr fontAlgn="base"/>
            <a:r>
              <a:rPr lang="en-US" dirty="0"/>
              <a:t>The </a:t>
            </a:r>
            <a:r>
              <a:rPr lang="en-US" dirty="0" err="1"/>
              <a:t>HelloServlet</a:t>
            </a:r>
            <a:r>
              <a:rPr lang="en-US" dirty="0"/>
              <a:t> class extends </a:t>
            </a:r>
            <a:r>
              <a:rPr lang="en-US" dirty="0" err="1"/>
              <a:t>HttpServlet</a:t>
            </a:r>
            <a:r>
              <a:rPr lang="en-US" dirty="0"/>
              <a:t> and is annotated with @WebServlet. It processes requests to /hello-servlet: a GET request returns HTML code that renders Hello World!.</a:t>
            </a:r>
          </a:p>
          <a:p>
            <a:pPr fontAlgn="base"/>
            <a:r>
              <a:rPr lang="en-US" dirty="0" err="1"/>
              <a:t>src</a:t>
            </a:r>
            <a:r>
              <a:rPr lang="en-US" dirty="0"/>
              <a:t>/main/java/com/example/</a:t>
            </a:r>
            <a:r>
              <a:rPr lang="en-US" dirty="0" err="1"/>
              <a:t>JakartaEEHelloWorld</a:t>
            </a:r>
            <a:r>
              <a:rPr lang="en-US" dirty="0"/>
              <a:t>/HelloServlet.java</a:t>
            </a:r>
          </a:p>
          <a:p>
            <a:pPr fontAlgn="base"/>
            <a:r>
              <a:rPr lang="en-US" dirty="0"/>
              <a:t> {...}</a:t>
            </a:r>
          </a:p>
          <a:p>
            <a:endParaRPr lang="en-US" dirty="0"/>
          </a:p>
        </p:txBody>
      </p:sp>
    </p:spTree>
    <p:extLst>
      <p:ext uri="{BB962C8B-B14F-4D97-AF65-F5344CB8AC3E}">
        <p14:creationId xmlns:p14="http://schemas.microsoft.com/office/powerpoint/2010/main" val="7114302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0A700-BA51-28C5-15F2-B5A0FDE2354C}"/>
              </a:ext>
            </a:extLst>
          </p:cNvPr>
          <p:cNvSpPr>
            <a:spLocks noGrp="1"/>
          </p:cNvSpPr>
          <p:nvPr>
            <p:ph type="title"/>
          </p:nvPr>
        </p:nvSpPr>
        <p:spPr/>
        <p:txBody>
          <a:bodyPr/>
          <a:lstStyle/>
          <a:p>
            <a:r>
              <a:rPr lang="en-US" b="1" dirty="0"/>
              <a:t>Configure the application server﻿</a:t>
            </a:r>
            <a:br>
              <a:rPr lang="en-US" b="1" dirty="0"/>
            </a:br>
            <a:endParaRPr lang="en-US" dirty="0"/>
          </a:p>
        </p:txBody>
      </p:sp>
      <p:sp>
        <p:nvSpPr>
          <p:cNvPr id="3" name="Content Placeholder 2">
            <a:extLst>
              <a:ext uri="{FF2B5EF4-FFF2-40B4-BE49-F238E27FC236}">
                <a16:creationId xmlns:a16="http://schemas.microsoft.com/office/drawing/2014/main" id="{5DE7B24F-349D-095B-85FE-1FB26A7C3184}"/>
              </a:ext>
            </a:extLst>
          </p:cNvPr>
          <p:cNvSpPr>
            <a:spLocks noGrp="1"/>
          </p:cNvSpPr>
          <p:nvPr>
            <p:ph idx="1"/>
          </p:nvPr>
        </p:nvSpPr>
        <p:spPr/>
        <p:txBody>
          <a:bodyPr>
            <a:normAutofit fontScale="92500" lnSpcReduction="10000"/>
          </a:bodyPr>
          <a:lstStyle/>
          <a:p>
            <a:r>
              <a:rPr lang="en-US" dirty="0"/>
              <a:t>Let IntelliJ IDEA know where the Tomcat application server is located.</a:t>
            </a:r>
          </a:p>
          <a:p>
            <a:endParaRPr lang="en-US" dirty="0"/>
          </a:p>
          <a:p>
            <a:r>
              <a:rPr lang="en-US" dirty="0"/>
              <a:t>Press </a:t>
            </a:r>
            <a:r>
              <a:rPr lang="en-US" dirty="0" err="1"/>
              <a:t>Ctrl+Alt+S</a:t>
            </a:r>
            <a:endParaRPr lang="en-US" dirty="0"/>
          </a:p>
          <a:p>
            <a:r>
              <a:rPr lang="en-US" dirty="0"/>
              <a:t> to open settings and then select Build, Execution, Deployment | Application Servers.</a:t>
            </a:r>
          </a:p>
          <a:p>
            <a:endParaRPr lang="en-US" dirty="0"/>
          </a:p>
          <a:p>
            <a:r>
              <a:rPr lang="en-US" dirty="0"/>
              <a:t>Click + the Add button and select Tomcat.</a:t>
            </a:r>
          </a:p>
          <a:p>
            <a:endParaRPr lang="en-US" dirty="0"/>
          </a:p>
          <a:p>
            <a:r>
              <a:rPr lang="en-US" dirty="0"/>
              <a:t>Specify the path to the Tomcat server install location. IntelliJ IDEA detects and sets the name and version appropriately.</a:t>
            </a:r>
          </a:p>
        </p:txBody>
      </p:sp>
    </p:spTree>
    <p:extLst>
      <p:ext uri="{BB962C8B-B14F-4D97-AF65-F5344CB8AC3E}">
        <p14:creationId xmlns:p14="http://schemas.microsoft.com/office/powerpoint/2010/main" val="1927655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4B542-A918-7BAD-018C-6F36ABB37196}"/>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82C4079E-4D2E-FD8A-6913-606E23216A57}"/>
              </a:ext>
            </a:extLst>
          </p:cNvPr>
          <p:cNvPicPr>
            <a:picLocks noGrp="1" noChangeAspect="1"/>
          </p:cNvPicPr>
          <p:nvPr>
            <p:ph idx="1"/>
          </p:nvPr>
        </p:nvPicPr>
        <p:blipFill>
          <a:blip r:embed="rId2"/>
          <a:stretch>
            <a:fillRect/>
          </a:stretch>
        </p:blipFill>
        <p:spPr>
          <a:xfrm>
            <a:off x="3142658" y="1825625"/>
            <a:ext cx="5906684" cy="4351338"/>
          </a:xfrm>
          <a:prstGeom prst="rect">
            <a:avLst/>
          </a:prstGeom>
        </p:spPr>
      </p:pic>
    </p:spTree>
    <p:extLst>
      <p:ext uri="{BB962C8B-B14F-4D97-AF65-F5344CB8AC3E}">
        <p14:creationId xmlns:p14="http://schemas.microsoft.com/office/powerpoint/2010/main" val="33684772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6FE1F-ECE7-006F-4EB1-37B3A2D9E82C}"/>
              </a:ext>
            </a:extLst>
          </p:cNvPr>
          <p:cNvSpPr>
            <a:spLocks noGrp="1"/>
          </p:cNvSpPr>
          <p:nvPr>
            <p:ph type="title"/>
          </p:nvPr>
        </p:nvSpPr>
        <p:spPr/>
        <p:txBody>
          <a:bodyPr/>
          <a:lstStyle/>
          <a:p>
            <a:r>
              <a:rPr lang="en-US" b="1" dirty="0"/>
              <a:t>Create a run configuration﻿</a:t>
            </a:r>
            <a:br>
              <a:rPr lang="en-US" b="1" dirty="0"/>
            </a:br>
            <a:endParaRPr lang="en-US" dirty="0"/>
          </a:p>
        </p:txBody>
      </p:sp>
      <p:sp>
        <p:nvSpPr>
          <p:cNvPr id="3" name="Content Placeholder 2">
            <a:extLst>
              <a:ext uri="{FF2B5EF4-FFF2-40B4-BE49-F238E27FC236}">
                <a16:creationId xmlns:a16="http://schemas.microsoft.com/office/drawing/2014/main" id="{52279EB3-1110-94CA-885F-96B6EA196973}"/>
              </a:ext>
            </a:extLst>
          </p:cNvPr>
          <p:cNvSpPr>
            <a:spLocks noGrp="1"/>
          </p:cNvSpPr>
          <p:nvPr>
            <p:ph idx="1"/>
          </p:nvPr>
        </p:nvSpPr>
        <p:spPr/>
        <p:txBody>
          <a:bodyPr>
            <a:normAutofit fontScale="55000" lnSpcReduction="20000"/>
          </a:bodyPr>
          <a:lstStyle/>
          <a:p>
            <a:r>
              <a:rPr lang="en-US" dirty="0"/>
              <a:t>IntelliJ IDEA needs a run configuration to build the artifacts and deploy them to your application server.</a:t>
            </a:r>
          </a:p>
          <a:p>
            <a:endParaRPr lang="en-US" dirty="0"/>
          </a:p>
          <a:p>
            <a:r>
              <a:rPr lang="en-US" dirty="0"/>
              <a:t>In the main menu, go to Run | Edit Configurations.</a:t>
            </a:r>
          </a:p>
          <a:p>
            <a:endParaRPr lang="en-US" dirty="0"/>
          </a:p>
          <a:p>
            <a:r>
              <a:rPr lang="en-US" dirty="0"/>
              <a:t>In the Run/Debug Configurations dialog, click the Add button, expand the Tomcat Server node, and select Local.</a:t>
            </a:r>
          </a:p>
          <a:p>
            <a:endParaRPr lang="en-US" dirty="0"/>
          </a:p>
          <a:p>
            <a:r>
              <a:rPr lang="en-US" dirty="0"/>
              <a:t>Fix any warnings that appear at the bottom of the run configuration settings dialog.</a:t>
            </a:r>
          </a:p>
          <a:p>
            <a:endParaRPr lang="en-US" dirty="0"/>
          </a:p>
          <a:p>
            <a:r>
              <a:rPr lang="en-US" dirty="0"/>
              <a:t>Run configuration warning</a:t>
            </a:r>
          </a:p>
          <a:p>
            <a:r>
              <a:rPr lang="en-US" dirty="0"/>
              <a:t>Most likely, you will need to fix the following:</a:t>
            </a:r>
          </a:p>
          <a:p>
            <a:endParaRPr lang="en-US" dirty="0"/>
          </a:p>
          <a:p>
            <a:r>
              <a:rPr lang="en-US" dirty="0"/>
              <a:t>On the Deployment tab, add the artifact that you want to deploy: </a:t>
            </a:r>
            <a:r>
              <a:rPr lang="en-US" dirty="0" err="1"/>
              <a:t>JakartaEEHelloWorld:war</a:t>
            </a:r>
            <a:r>
              <a:rPr lang="en-US" dirty="0"/>
              <a:t> exploded</a:t>
            </a:r>
          </a:p>
          <a:p>
            <a:endParaRPr lang="en-US" dirty="0"/>
          </a:p>
          <a:p>
            <a:r>
              <a:rPr lang="en-US" dirty="0"/>
              <a:t>On the Server tab, set the URL to point to the root resource:</a:t>
            </a:r>
          </a:p>
        </p:txBody>
      </p:sp>
    </p:spTree>
    <p:extLst>
      <p:ext uri="{BB962C8B-B14F-4D97-AF65-F5344CB8AC3E}">
        <p14:creationId xmlns:p14="http://schemas.microsoft.com/office/powerpoint/2010/main" val="27506483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EBE64-D822-4226-FB78-EBDD73B219F0}"/>
              </a:ext>
            </a:extLst>
          </p:cNvPr>
          <p:cNvSpPr>
            <a:spLocks noGrp="1"/>
          </p:cNvSpPr>
          <p:nvPr>
            <p:ph type="title"/>
          </p:nvPr>
        </p:nvSpPr>
        <p:spPr/>
        <p:txBody>
          <a:bodyPr/>
          <a:lstStyle/>
          <a:p>
            <a:endParaRPr lang="en-US"/>
          </a:p>
        </p:txBody>
      </p:sp>
      <p:pic>
        <p:nvPicPr>
          <p:cNvPr id="5122" name="Picture 2" descr="Tomcat run configuration done">
            <a:extLst>
              <a:ext uri="{FF2B5EF4-FFF2-40B4-BE49-F238E27FC236}">
                <a16:creationId xmlns:a16="http://schemas.microsoft.com/office/drawing/2014/main" id="{6C3BEC38-1222-D1A3-224F-CF133438F48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660507" y="1825625"/>
            <a:ext cx="4870986"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0172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B373B-38F6-0129-CD88-CB644A10E5E4}"/>
              </a:ext>
            </a:extLst>
          </p:cNvPr>
          <p:cNvSpPr>
            <a:spLocks noGrp="1"/>
          </p:cNvSpPr>
          <p:nvPr>
            <p:ph type="title"/>
          </p:nvPr>
        </p:nvSpPr>
        <p:spPr/>
        <p:txBody>
          <a:bodyPr/>
          <a:lstStyle/>
          <a:p>
            <a:endParaRPr lang="en-US"/>
          </a:p>
        </p:txBody>
      </p:sp>
      <p:pic>
        <p:nvPicPr>
          <p:cNvPr id="6146" name="Picture 2" descr="Started GlassFish server and deployed application in the Services tool window">
            <a:extLst>
              <a:ext uri="{FF2B5EF4-FFF2-40B4-BE49-F238E27FC236}">
                <a16:creationId xmlns:a16="http://schemas.microsoft.com/office/drawing/2014/main" id="{6D970648-3E5F-300A-612F-95A076F323F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914954"/>
            <a:ext cx="10515600" cy="41726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32001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D8712-EA98-428E-594B-25EFF9E68D6A}"/>
              </a:ext>
            </a:extLst>
          </p:cNvPr>
          <p:cNvSpPr>
            <a:spLocks noGrp="1"/>
          </p:cNvSpPr>
          <p:nvPr>
            <p:ph type="title"/>
          </p:nvPr>
        </p:nvSpPr>
        <p:spPr/>
        <p:txBody>
          <a:bodyPr/>
          <a:lstStyle/>
          <a:p>
            <a:endParaRPr lang="en-US"/>
          </a:p>
        </p:txBody>
      </p:sp>
      <p:pic>
        <p:nvPicPr>
          <p:cNvPr id="7170" name="Picture 2" descr="Deployed application output in the web browser">
            <a:extLst>
              <a:ext uri="{FF2B5EF4-FFF2-40B4-BE49-F238E27FC236}">
                <a16:creationId xmlns:a16="http://schemas.microsoft.com/office/drawing/2014/main" id="{DB6AB80C-DBBA-623A-7696-E3ED67B5A4C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09459" y="2553419"/>
            <a:ext cx="9373082" cy="28957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25705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A0E9C-9E1B-771F-FFD7-60B071362837}"/>
              </a:ext>
            </a:extLst>
          </p:cNvPr>
          <p:cNvSpPr>
            <a:spLocks noGrp="1"/>
          </p:cNvSpPr>
          <p:nvPr>
            <p:ph type="title"/>
          </p:nvPr>
        </p:nvSpPr>
        <p:spPr/>
        <p:txBody>
          <a:bodyPr/>
          <a:lstStyle/>
          <a:p>
            <a:r>
              <a:rPr lang="en-US" b="1" dirty="0"/>
              <a:t>Modify the application﻿</a:t>
            </a:r>
            <a:br>
              <a:rPr lang="en-US" b="1" dirty="0"/>
            </a:br>
            <a:endParaRPr lang="en-US" dirty="0"/>
          </a:p>
        </p:txBody>
      </p:sp>
      <p:sp>
        <p:nvSpPr>
          <p:cNvPr id="3" name="Content Placeholder 2">
            <a:extLst>
              <a:ext uri="{FF2B5EF4-FFF2-40B4-BE49-F238E27FC236}">
                <a16:creationId xmlns:a16="http://schemas.microsoft.com/office/drawing/2014/main" id="{F766AB97-0295-39AE-9663-D423ED3FC8C7}"/>
              </a:ext>
            </a:extLst>
          </p:cNvPr>
          <p:cNvSpPr>
            <a:spLocks noGrp="1"/>
          </p:cNvSpPr>
          <p:nvPr>
            <p:ph idx="1"/>
          </p:nvPr>
        </p:nvSpPr>
        <p:spPr/>
        <p:txBody>
          <a:bodyPr>
            <a:normAutofit fontScale="62500" lnSpcReduction="20000"/>
          </a:bodyPr>
          <a:lstStyle/>
          <a:p>
            <a:r>
              <a:rPr lang="en-US" dirty="0"/>
              <a:t>Whenever you change the source code of the application, you can restart the run configuration to see the changes. But this is not always necessary, especially when you can't restart the server. Most of the changes are minor and don't require rebuilding the artifacts, restarting the server, and so on. Let's change the JSP page of the application.</a:t>
            </a:r>
          </a:p>
          <a:p>
            <a:endParaRPr lang="en-US" dirty="0"/>
          </a:p>
          <a:p>
            <a:r>
              <a:rPr lang="en-US" dirty="0"/>
              <a:t>Open </a:t>
            </a:r>
            <a:r>
              <a:rPr lang="en-US" dirty="0" err="1"/>
              <a:t>index.jsp</a:t>
            </a:r>
            <a:r>
              <a:rPr lang="en-US" dirty="0"/>
              <a:t> and change the greeting from Hello World to A better greeting.</a:t>
            </a:r>
          </a:p>
          <a:p>
            <a:endParaRPr lang="en-US" dirty="0"/>
          </a:p>
          <a:p>
            <a:r>
              <a:rPr lang="en-US" dirty="0"/>
              <a:t>In the Services tool window, click The Update Application button or press Ctrl</a:t>
            </a:r>
          </a:p>
          <a:p>
            <a:r>
              <a:rPr lang="en-US" dirty="0"/>
              <a:t>F10</a:t>
            </a:r>
          </a:p>
          <a:p>
            <a:r>
              <a:rPr lang="en-US" dirty="0"/>
              <a:t>.</a:t>
            </a:r>
          </a:p>
          <a:p>
            <a:endParaRPr lang="en-US" dirty="0"/>
          </a:p>
          <a:p>
            <a:r>
              <a:rPr lang="en-US" dirty="0"/>
              <a:t>In the Update dialog, select Update resources because the JSP page is a static resource. Click OK.</a:t>
            </a:r>
          </a:p>
          <a:p>
            <a:endParaRPr lang="en-US" dirty="0"/>
          </a:p>
          <a:p>
            <a:r>
              <a:rPr lang="en-US" dirty="0"/>
              <a:t>Refresh the application URL in your web browser to see the new string: A better greeting.</a:t>
            </a:r>
          </a:p>
        </p:txBody>
      </p:sp>
    </p:spTree>
    <p:extLst>
      <p:ext uri="{BB962C8B-B14F-4D97-AF65-F5344CB8AC3E}">
        <p14:creationId xmlns:p14="http://schemas.microsoft.com/office/powerpoint/2010/main" val="10974132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E6E79-E3D0-0626-5E42-764C7202F5A0}"/>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9FCD5F2E-1AAB-B5C0-26C9-163CBAED54C0}"/>
              </a:ext>
            </a:extLst>
          </p:cNvPr>
          <p:cNvPicPr>
            <a:picLocks noGrp="1" noChangeAspect="1"/>
          </p:cNvPicPr>
          <p:nvPr>
            <p:ph idx="1"/>
          </p:nvPr>
        </p:nvPicPr>
        <p:blipFill>
          <a:blip r:embed="rId2"/>
          <a:stretch>
            <a:fillRect/>
          </a:stretch>
        </p:blipFill>
        <p:spPr>
          <a:xfrm>
            <a:off x="3515415" y="1825625"/>
            <a:ext cx="5161170" cy="4351338"/>
          </a:xfrm>
          <a:prstGeom prst="rect">
            <a:avLst/>
          </a:prstGeom>
        </p:spPr>
      </p:pic>
    </p:spTree>
    <p:extLst>
      <p:ext uri="{BB962C8B-B14F-4D97-AF65-F5344CB8AC3E}">
        <p14:creationId xmlns:p14="http://schemas.microsoft.com/office/powerpoint/2010/main" val="31313895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335F8-8D87-E671-B2D1-29F7F56BB40F}"/>
              </a:ext>
            </a:extLst>
          </p:cNvPr>
          <p:cNvSpPr>
            <a:spLocks noGrp="1"/>
          </p:cNvSpPr>
          <p:nvPr>
            <p:ph type="title"/>
          </p:nvPr>
        </p:nvSpPr>
        <p:spPr/>
        <p:txBody>
          <a:bodyPr/>
          <a:lstStyle/>
          <a:p>
            <a:r>
              <a:rPr lang="en-US" dirty="0"/>
              <a:t>Package the application into a WAR and deploy it on a running server</a:t>
            </a:r>
          </a:p>
        </p:txBody>
      </p:sp>
      <p:sp>
        <p:nvSpPr>
          <p:cNvPr id="3" name="Content Placeholder 2">
            <a:extLst>
              <a:ext uri="{FF2B5EF4-FFF2-40B4-BE49-F238E27FC236}">
                <a16:creationId xmlns:a16="http://schemas.microsoft.com/office/drawing/2014/main" id="{FC8F5EEF-2B1D-FBA0-3A3A-992690F42A71}"/>
              </a:ext>
            </a:extLst>
          </p:cNvPr>
          <p:cNvSpPr>
            <a:spLocks noGrp="1"/>
          </p:cNvSpPr>
          <p:nvPr>
            <p:ph idx="1"/>
          </p:nvPr>
        </p:nvSpPr>
        <p:spPr/>
        <p:txBody>
          <a:bodyPr>
            <a:normAutofit fontScale="70000" lnSpcReduction="20000"/>
          </a:bodyPr>
          <a:lstStyle/>
          <a:p>
            <a:r>
              <a:rPr lang="en-US" dirty="0"/>
              <a:t>Let's add a Remote Tomcat run configuration to deploy the WAR artifact to a running server. This assumes that you did not terminate the running server from the previous steps.</a:t>
            </a:r>
          </a:p>
          <a:p>
            <a:endParaRPr lang="en-US" dirty="0"/>
          </a:p>
          <a:p>
            <a:r>
              <a:rPr lang="en-US" dirty="0"/>
              <a:t>In the main menu, go to Run | Edit Configurations.</a:t>
            </a:r>
          </a:p>
          <a:p>
            <a:endParaRPr lang="en-US" dirty="0"/>
          </a:p>
          <a:p>
            <a:r>
              <a:rPr lang="en-US" dirty="0"/>
              <a:t>In the Run/Debug Configurations dialog, click the Add button, expand the Tomcat node, and select Remote.</a:t>
            </a:r>
          </a:p>
          <a:p>
            <a:endParaRPr lang="en-US" dirty="0"/>
          </a:p>
          <a:p>
            <a:r>
              <a:rPr lang="en-US" dirty="0"/>
              <a:t>Change the name of this run configuration to distinguish it, for example: Remote Tomcat 10.1.5.</a:t>
            </a:r>
          </a:p>
          <a:p>
            <a:endParaRPr lang="en-US" dirty="0"/>
          </a:p>
          <a:p>
            <a:r>
              <a:rPr lang="en-US" dirty="0"/>
              <a:t>Open the Deployment tab, click the Add button above the table of artifacts to deploy, and select Artifact. Select the </a:t>
            </a:r>
            <a:r>
              <a:rPr lang="en-US" dirty="0" err="1"/>
              <a:t>JakartaEEHelloWorld:war</a:t>
            </a:r>
            <a:r>
              <a:rPr lang="en-US" dirty="0"/>
              <a:t> artifact and click OK.</a:t>
            </a:r>
          </a:p>
        </p:txBody>
      </p:sp>
    </p:spTree>
    <p:extLst>
      <p:ext uri="{BB962C8B-B14F-4D97-AF65-F5344CB8AC3E}">
        <p14:creationId xmlns:p14="http://schemas.microsoft.com/office/powerpoint/2010/main" val="6003110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7E237-A128-8716-6CDB-629BF96B6EE3}"/>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3B9A5940-EAE5-E397-6DA7-41CF8A69C292}"/>
              </a:ext>
            </a:extLst>
          </p:cNvPr>
          <p:cNvPicPr>
            <a:picLocks noGrp="1" noChangeAspect="1"/>
          </p:cNvPicPr>
          <p:nvPr>
            <p:ph idx="1"/>
          </p:nvPr>
        </p:nvPicPr>
        <p:blipFill>
          <a:blip r:embed="rId2"/>
          <a:stretch>
            <a:fillRect/>
          </a:stretch>
        </p:blipFill>
        <p:spPr>
          <a:xfrm>
            <a:off x="3021835" y="1825625"/>
            <a:ext cx="6148330" cy="4351338"/>
          </a:xfrm>
          <a:prstGeom prst="rect">
            <a:avLst/>
          </a:prstGeom>
        </p:spPr>
      </p:pic>
    </p:spTree>
    <p:extLst>
      <p:ext uri="{BB962C8B-B14F-4D97-AF65-F5344CB8AC3E}">
        <p14:creationId xmlns:p14="http://schemas.microsoft.com/office/powerpoint/2010/main" val="3974066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A1D5B-AF11-50B6-9CA4-8796BAEC6BBE}"/>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BADF4C3C-C8C4-5D02-0C1B-A6665BFFE7C2}"/>
              </a:ext>
            </a:extLst>
          </p:cNvPr>
          <p:cNvPicPr>
            <a:picLocks noGrp="1" noChangeAspect="1"/>
          </p:cNvPicPr>
          <p:nvPr>
            <p:ph idx="1"/>
          </p:nvPr>
        </p:nvPicPr>
        <p:blipFill>
          <a:blip r:embed="rId2"/>
          <a:stretch>
            <a:fillRect/>
          </a:stretch>
        </p:blipFill>
        <p:spPr>
          <a:xfrm>
            <a:off x="838200" y="2054962"/>
            <a:ext cx="10515600" cy="3892664"/>
          </a:xfrm>
          <a:prstGeom prst="rect">
            <a:avLst/>
          </a:prstGeom>
        </p:spPr>
      </p:pic>
    </p:spTree>
    <p:extLst>
      <p:ext uri="{BB962C8B-B14F-4D97-AF65-F5344CB8AC3E}">
        <p14:creationId xmlns:p14="http://schemas.microsoft.com/office/powerpoint/2010/main" val="28844755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16C44-5625-DEFC-1E6C-B6BA8761C93D}"/>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A92F7652-C91A-0810-2183-C05BD62BCE00}"/>
              </a:ext>
            </a:extLst>
          </p:cNvPr>
          <p:cNvPicPr>
            <a:picLocks noGrp="1" noChangeAspect="1"/>
          </p:cNvPicPr>
          <p:nvPr>
            <p:ph idx="1"/>
          </p:nvPr>
        </p:nvPicPr>
        <p:blipFill>
          <a:blip r:embed="rId2"/>
          <a:stretch>
            <a:fillRect/>
          </a:stretch>
        </p:blipFill>
        <p:spPr>
          <a:xfrm>
            <a:off x="1799134" y="1825625"/>
            <a:ext cx="8593732" cy="4351338"/>
          </a:xfrm>
          <a:prstGeom prst="rect">
            <a:avLst/>
          </a:prstGeom>
        </p:spPr>
      </p:pic>
    </p:spTree>
    <p:extLst>
      <p:ext uri="{BB962C8B-B14F-4D97-AF65-F5344CB8AC3E}">
        <p14:creationId xmlns:p14="http://schemas.microsoft.com/office/powerpoint/2010/main" val="18222110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783</Words>
  <Application>Microsoft Office PowerPoint</Application>
  <PresentationFormat>Widescreen</PresentationFormat>
  <Paragraphs>72</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Calibri Light</vt:lpstr>
      <vt:lpstr>Office Theme</vt:lpstr>
      <vt:lpstr>First Jakarta EE application </vt:lpstr>
      <vt:lpstr>Create a new Jakarta EE project﻿ </vt:lpstr>
      <vt:lpstr>PowerPoint Presentation</vt:lpstr>
      <vt:lpstr>PowerPoint Presentation</vt:lpstr>
      <vt:lpstr>PowerPoint Presentation</vt:lpstr>
      <vt:lpstr>Explore the default project structure﻿ </vt:lpstr>
      <vt:lpstr>Configure the application server﻿ </vt:lpstr>
      <vt:lpstr>PowerPoint Presentation</vt:lpstr>
      <vt:lpstr>Create a run configuration﻿ </vt:lpstr>
      <vt:lpstr>PowerPoint Presentation</vt:lpstr>
      <vt:lpstr>PowerPoint Presentation</vt:lpstr>
      <vt:lpstr>PowerPoint Presentation</vt:lpstr>
      <vt:lpstr>Modify the application﻿ </vt:lpstr>
      <vt:lpstr>PowerPoint Presentation</vt:lpstr>
      <vt:lpstr>Package the application into a WAR and deploy it on a running server</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dc:creator>
  <cp:lastModifiedBy>Hp</cp:lastModifiedBy>
  <cp:revision>6</cp:revision>
  <dcterms:created xsi:type="dcterms:W3CDTF">2025-12-01T05:01:50Z</dcterms:created>
  <dcterms:modified xsi:type="dcterms:W3CDTF">2025-12-01T05:10:25Z</dcterms:modified>
</cp:coreProperties>
</file>