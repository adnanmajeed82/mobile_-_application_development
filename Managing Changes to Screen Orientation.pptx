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BC84-C31C-3FA1-DC5A-E84048F9A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63E0E-6CA0-58C5-6BE7-0B9BDB809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6A04C-B0FF-AC0D-E3C3-88E0C6B4A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453B6-1E38-CF66-052D-2895940C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C6B7C-F2C9-C1FB-DEB7-E3801AED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5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9204-674F-29EF-DC07-D1575C3A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36273-E425-95CF-3815-7BDB24638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0C699-C84C-9F99-80A7-5DFFE081C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8B50D-32AB-EFEB-AAEC-FF12B00F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443FB-0AA4-E7BB-E1F4-71DC3D9A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3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70B1-B51B-66F8-A92F-41EABC1EB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FB19C-4688-771A-9D52-929436286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16511-E9D5-063E-8DE2-764AD54EA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EB742-1725-DCC1-BBBD-D2A3FEBD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498C8-C210-7E65-B015-3F80004C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776B-1E92-6BB8-6D3B-2C48200C7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B661-6049-2260-4BFC-8FB753437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D22DC-A2C7-2586-0831-B18B07879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F5D03-A9F8-3831-7CB9-32E81625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75615-2523-9A34-46AE-7D5B046B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1CB26-9548-4F62-40C5-74D6EFF1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93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0085-CF0A-2035-3D58-0F386BA1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881C9-71DA-99D1-0043-D4ECA6A64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32383-6FFC-E82A-C2E8-F0B90D6A4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24DCE-A320-C09D-4BF9-EB9C7F4F9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3665F-C449-14B4-A6F4-E59E3A851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B21544-9952-2EE5-513A-34CF23D52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FF7DE-350A-D542-5AFC-34D42F15B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741682-5EFD-1006-A21E-146F4C38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8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8153-CD60-75C7-299B-B0D6CB8F6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1CC71E-6513-E93B-F511-D9E81A40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98665-48DE-3CA1-3F61-E4C7F2678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BDE63-E9FE-483F-FA5D-D2E0CD58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7585B0-0212-C15F-5415-506456DD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E02A4-3417-C334-B90C-30B4EFAD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A93B-DBF9-BA8D-1040-5BA980E6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3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41A5-3838-7ECA-224F-9C92F925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18F41-6BA7-6A06-7181-E6B5D655C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8F9C1-46B4-A46B-335F-57EA3A65F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779F9-38BF-0298-C70E-099B655F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4ED4A-0EDE-F80F-F298-BBC2A340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D2760-9CD5-D839-7EC8-0413920E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0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2273-0C81-13C8-BA22-541B08C66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27AA17-A86C-5CD2-6973-67E4E47F1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F91FB-D62A-EDF5-FDFD-274ED3464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D3386-DCEE-C97D-408B-485FC35F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93B0B-8FC4-8A79-3514-BAE8BC12B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AB1A0-390D-FA6A-07C9-684F5667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78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C73A-383C-8B5E-CD79-D58B3D28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79FB5-714A-D92D-B202-C29867DBF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8A1E5-30D7-9AE3-BBCD-34D42B2D1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7701-E057-9CD8-A3F0-E4E4ACE0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D6934-4629-CD91-3E35-D87D809A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88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49C89-1B55-1C93-45B1-273F1981F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B813E1-B756-C554-1840-F711CB493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043AA-C5F0-29A3-7E24-9B864635F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7EC04-585F-D2FE-33DE-9A34FA677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0A2C7-165B-E3B0-4985-FC467221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64863B-A4FF-DD7B-6FEF-EC84BC32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067F7-33D4-A0F6-E5B9-99D41ABF9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D9AA-EA7E-053A-3ABB-ACC64078F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BD649-698B-4CE1-9128-0C1C8C5822E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16161-BE62-8EB8-A16A-6653E34AE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C650B-2015-64E0-728F-C890037D8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71E8-000D-460F-84E8-0E9727BAC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3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C4BB9-4D16-EB4A-47A5-9EF66FE18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4071" y="1517103"/>
            <a:ext cx="9144000" cy="2455290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Course: Mobile &amp; Application Development</a:t>
            </a:r>
            <a:br>
              <a:rPr lang="en-US" sz="3100" b="1" dirty="0"/>
            </a:br>
            <a:r>
              <a:rPr lang="en-US" sz="3100" b="1" dirty="0"/>
              <a:t>Semester: BSCS 7th</a:t>
            </a:r>
            <a:br>
              <a:rPr lang="en-US" sz="3100" b="1" dirty="0"/>
            </a:br>
            <a:r>
              <a:rPr lang="en-US" sz="3100" b="1" dirty="0"/>
              <a:t>University: GC University Faisalabad (Lahore Campus)</a:t>
            </a:r>
            <a:br>
              <a:rPr lang="en-US" sz="3100" b="1" dirty="0"/>
            </a:br>
            <a:r>
              <a:rPr lang="en-US" sz="3100" b="1" dirty="0"/>
              <a:t>Instructor: Adnan Majeed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77E42-93E6-1DFA-3DDF-26650006D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071" y="4707562"/>
            <a:ext cx="9144000" cy="1655762"/>
          </a:xfrm>
        </p:spPr>
        <p:txBody>
          <a:bodyPr/>
          <a:lstStyle/>
          <a:p>
            <a:r>
              <a:rPr lang="en-US" b="1" dirty="0"/>
              <a:t>Topic: Managing Changes to Screen Orientation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16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CD9FD-B9BD-742D-5C0C-7D0C9621A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23D2D-5F60-C36F-7690-2B0118769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</a:p>
          <a:p>
            <a:r>
              <a:rPr lang="en-US" dirty="0"/>
              <a:t>Android devices can rotate between </a:t>
            </a:r>
            <a:r>
              <a:rPr lang="en-US" b="1" dirty="0"/>
              <a:t>portrait</a:t>
            </a:r>
            <a:r>
              <a:rPr lang="en-US" dirty="0"/>
              <a:t> and </a:t>
            </a:r>
            <a:r>
              <a:rPr lang="en-US" b="1" dirty="0"/>
              <a:t>landscape</a:t>
            </a:r>
            <a:r>
              <a:rPr lang="en-US" dirty="0"/>
              <a:t> orientations.</a:t>
            </a:r>
            <a:br>
              <a:rPr lang="en-US" dirty="0"/>
            </a:br>
            <a:r>
              <a:rPr lang="en-US" dirty="0"/>
              <a:t>When the orientation changes, the </a:t>
            </a:r>
            <a:r>
              <a:rPr lang="en-US" b="1" dirty="0"/>
              <a:t>Activity is destroyed and recreated</a:t>
            </a:r>
            <a:r>
              <a:rPr lang="en-US" dirty="0"/>
              <a:t> by default.</a:t>
            </a:r>
            <a:br>
              <a:rPr lang="en-US" dirty="0"/>
            </a:br>
            <a:r>
              <a:rPr lang="en-US" dirty="0"/>
              <a:t>Managing these changes correctly ensures your app maintains data, UI state, and user experience.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316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F076-5A26-FAB4-A20C-C54223AB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A3792-728E-876D-C5B3-523C81364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2. What Happens During Orientation Change</a:t>
            </a:r>
          </a:p>
          <a:p>
            <a:r>
              <a:rPr lang="en-US" dirty="0"/>
              <a:t>When a user rotates the device:</a:t>
            </a:r>
          </a:p>
          <a:p>
            <a:r>
              <a:rPr lang="en-US" dirty="0"/>
              <a:t>The current Activity is </a:t>
            </a:r>
            <a:r>
              <a:rPr lang="en-US" b="1" dirty="0"/>
              <a:t>destroyed</a:t>
            </a:r>
            <a:r>
              <a:rPr lang="en-US" dirty="0"/>
              <a:t> (</a:t>
            </a:r>
            <a:r>
              <a:rPr lang="en-US" dirty="0" err="1"/>
              <a:t>onPause</a:t>
            </a:r>
            <a:r>
              <a:rPr lang="en-US" dirty="0"/>
              <a:t>() → </a:t>
            </a:r>
            <a:r>
              <a:rPr lang="en-US" dirty="0" err="1"/>
              <a:t>onStop</a:t>
            </a:r>
            <a:r>
              <a:rPr lang="en-US" dirty="0"/>
              <a:t>() → </a:t>
            </a:r>
            <a:r>
              <a:rPr lang="en-US" dirty="0" err="1"/>
              <a:t>onDestroy</a:t>
            </a:r>
            <a:r>
              <a:rPr lang="en-US" dirty="0"/>
              <a:t>()).</a:t>
            </a:r>
          </a:p>
          <a:p>
            <a:r>
              <a:rPr lang="en-US" dirty="0"/>
              <a:t>The system </a:t>
            </a:r>
            <a:r>
              <a:rPr lang="en-US" b="1" dirty="0"/>
              <a:t>reloads the layout</a:t>
            </a:r>
            <a:r>
              <a:rPr lang="en-US" dirty="0"/>
              <a:t> resources for the new orientation.</a:t>
            </a:r>
          </a:p>
          <a:p>
            <a:r>
              <a:rPr lang="en-US" dirty="0"/>
              <a:t>The Activity is </a:t>
            </a:r>
            <a:r>
              <a:rPr lang="en-US" b="1" dirty="0"/>
              <a:t>recreated</a:t>
            </a:r>
            <a:r>
              <a:rPr lang="en-US" dirty="0"/>
              <a:t> (</a:t>
            </a:r>
            <a:r>
              <a:rPr lang="en-US" dirty="0" err="1"/>
              <a:t>onCreate</a:t>
            </a:r>
            <a:r>
              <a:rPr lang="en-US" dirty="0"/>
              <a:t>() is called again).</a:t>
            </a:r>
          </a:p>
          <a:p>
            <a:r>
              <a:rPr lang="en-US" dirty="0"/>
              <a:t>If not handled properly, this can cause:</a:t>
            </a:r>
          </a:p>
          <a:p>
            <a:r>
              <a:rPr lang="en-US" dirty="0"/>
              <a:t>Loss of user input/data</a:t>
            </a:r>
          </a:p>
          <a:p>
            <a:r>
              <a:rPr lang="en-US" dirty="0"/>
              <a:t>Interrupted processes</a:t>
            </a:r>
          </a:p>
          <a:p>
            <a:r>
              <a:rPr lang="en-US" dirty="0"/>
              <a:t>Performance overhead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90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9014A-5EE9-5ECD-3199-BD8E8324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to Manage Orientation Changes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D286A0-0BDE-8C39-6623-6240120E21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09654"/>
          <a:ext cx="10515600" cy="3383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38733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10386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19476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Method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Use Case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70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A. Allow Default Recreation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automatically recreates Activity.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want a different layout for each orientation.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401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B. Save &amp; Restore Data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onSaveInstanceState()</a:t>
                      </a:r>
                      <a:r>
                        <a:rPr lang="en-US"/>
                        <a:t> and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onRestoreInstanceState()</a:t>
                      </a:r>
                      <a:r>
                        <a:rPr lang="en-US"/>
                        <a:t> to keep user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you need to retain input or temporary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459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C. Handle Configuration Changes Manually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android:configChanges</a:t>
                      </a:r>
                      <a:r>
                        <a:rPr lang="en-US"/>
                        <a:t> and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onConfigurationChanged()</a:t>
                      </a:r>
                      <a:r>
                        <a:rPr lang="en-US"/>
                        <a:t> in Java.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When you want to prevent Activity recreation.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60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17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0F87-06CF-8BB9-6495-81E0F48F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🧩 </a:t>
            </a:r>
            <a:r>
              <a:rPr lang="en-US" b="1" dirty="0"/>
              <a:t>Part 1: Default Recreation (Automatic Handling)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EF264-97DA-2927-5F72-A6E169651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Create a New Project</a:t>
            </a:r>
          </a:p>
          <a:p>
            <a:r>
              <a:rPr lang="en-US" b="1" dirty="0"/>
              <a:t>Name:</a:t>
            </a:r>
            <a:r>
              <a:rPr lang="en-US" dirty="0"/>
              <a:t> </a:t>
            </a:r>
            <a:r>
              <a:rPr lang="en-US" dirty="0" err="1"/>
              <a:t>OrientationHandlingApp</a:t>
            </a:r>
            <a:br>
              <a:rPr lang="en-US" dirty="0"/>
            </a:br>
            <a:r>
              <a:rPr lang="en-US" b="1" dirty="0"/>
              <a:t>Language:</a:t>
            </a:r>
            <a:r>
              <a:rPr lang="en-US" dirty="0"/>
              <a:t> Java</a:t>
            </a:r>
            <a:br>
              <a:rPr lang="en-US" dirty="0"/>
            </a:br>
            <a:r>
              <a:rPr lang="en-US" b="1" dirty="0"/>
              <a:t>Minimum SDK:</a:t>
            </a:r>
            <a:r>
              <a:rPr lang="en-US" dirty="0"/>
              <a:t> API 24 or above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95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A53D-94CD-FCA8-FA80-45AD39FD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1153C-346F-92A1-130E-0211A0830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2: Create Layout Files</a:t>
            </a:r>
          </a:p>
          <a:p>
            <a:r>
              <a:rPr lang="en-US" b="1" dirty="0"/>
              <a:t>res/layout/activity_main.xml (Portrait)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625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BC18-8F8D-A8EE-5AA9-E682CB9C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6905-BD44-6A09-F652-3F81BC7FC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="vertical"</a:t>
            </a:r>
          </a:p>
          <a:p>
            <a:r>
              <a:rPr lang="en-US" dirty="0"/>
              <a:t>    </a:t>
            </a:r>
            <a:r>
              <a:rPr lang="en-US" dirty="0" err="1"/>
              <a:t>android:gravity</a:t>
            </a:r>
            <a:r>
              <a:rPr lang="en-US" dirty="0"/>
              <a:t>="center"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="16dp"</a:t>
            </a:r>
          </a:p>
          <a:p>
            <a:r>
              <a:rPr lang="en-US" dirty="0"/>
              <a:t>    </a:t>
            </a:r>
            <a:r>
              <a:rPr lang="en-US" dirty="0" err="1"/>
              <a:t>android:background</a:t>
            </a:r>
            <a:r>
              <a:rPr lang="en-US" dirty="0"/>
              <a:t>="#E1F5FE"&gt;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EditText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edtName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your name"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="250dp"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0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088B-B608-98BA-859C-B11E0E3F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CCBF1-0A9C-78C3-CEB0-47EB11B1E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&lt;Button</a:t>
            </a:r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btnShow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="Show Name"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android:layout_marginTop</a:t>
            </a:r>
            <a:r>
              <a:rPr lang="en-US" dirty="0"/>
              <a:t>="16dp"/&gt;</a:t>
            </a:r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60216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409C-9315-84A9-2E8B-635F60C4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8404-FDC9-5786-21C1-697AC293B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res/layout-land/activity_main.xml</a:t>
            </a:r>
            <a:r>
              <a:rPr lang="en-US" dirty="0"/>
              <a:t> (Landscape)</a:t>
            </a:r>
          </a:p>
        </p:txBody>
      </p:sp>
    </p:spTree>
    <p:extLst>
      <p:ext uri="{BB962C8B-B14F-4D97-AF65-F5344CB8AC3E}">
        <p14:creationId xmlns:p14="http://schemas.microsoft.com/office/powerpoint/2010/main" val="954021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660FD-4D72-0F17-841F-B0FF9E17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4DC4E-18D6-75D4-28D0-4326F7893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LinearLayout</a:t>
            </a:r>
            <a:r>
              <a:rPr lang="en-US" dirty="0"/>
              <a:t> </a:t>
            </a:r>
            <a:r>
              <a:rPr lang="en-US" dirty="0" err="1"/>
              <a:t>xmlns:android</a:t>
            </a:r>
            <a:r>
              <a:rPr lang="en-US" dirty="0"/>
              <a:t>="http://schemas.android.com/</a:t>
            </a:r>
            <a:r>
              <a:rPr lang="en-US" dirty="0" err="1"/>
              <a:t>apk</a:t>
            </a:r>
            <a:r>
              <a:rPr lang="en-US" dirty="0"/>
              <a:t>/res/android"</a:t>
            </a:r>
          </a:p>
          <a:p>
            <a:r>
              <a:rPr lang="en-US" dirty="0"/>
              <a:t>    </a:t>
            </a:r>
            <a:r>
              <a:rPr lang="en-US" dirty="0" err="1"/>
              <a:t>android:orientation</a:t>
            </a:r>
            <a:r>
              <a:rPr lang="en-US" dirty="0"/>
              <a:t>="horizontal"</a:t>
            </a:r>
          </a:p>
          <a:p>
            <a:r>
              <a:rPr lang="en-US" dirty="0"/>
              <a:t>    </a:t>
            </a:r>
            <a:r>
              <a:rPr lang="en-US" dirty="0" err="1"/>
              <a:t>android:gravity</a:t>
            </a:r>
            <a:r>
              <a:rPr lang="en-US" dirty="0"/>
              <a:t>="center"</a:t>
            </a:r>
          </a:p>
          <a:p>
            <a:r>
              <a:rPr lang="en-US" dirty="0"/>
              <a:t>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match_parent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android:padding</a:t>
            </a:r>
            <a:r>
              <a:rPr lang="en-US" dirty="0"/>
              <a:t>="16dp"</a:t>
            </a:r>
          </a:p>
          <a:p>
            <a:r>
              <a:rPr lang="en-US" dirty="0"/>
              <a:t>    </a:t>
            </a:r>
            <a:r>
              <a:rPr lang="en-US" dirty="0" err="1"/>
              <a:t>android:background</a:t>
            </a:r>
            <a:r>
              <a:rPr lang="en-US" dirty="0"/>
              <a:t>="#B3E5FC"&gt;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EditText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edtName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android:hint</a:t>
            </a:r>
            <a:r>
              <a:rPr lang="en-US" dirty="0"/>
              <a:t>="Enter your name"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="200dp"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android:layout_marginEnd</a:t>
            </a:r>
            <a:r>
              <a:rPr lang="en-US" dirty="0"/>
              <a:t>="16dp"/&gt;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388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55A9-9AE4-461A-6482-1C7B797B3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6BDE5-FBF6-35CB-BCDE-7A8F0D7D8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   &lt;Button</a:t>
            </a:r>
          </a:p>
          <a:p>
            <a:r>
              <a:rPr lang="en-US" dirty="0"/>
              <a:t>        </a:t>
            </a:r>
            <a:r>
              <a:rPr lang="en-US" dirty="0" err="1"/>
              <a:t>android:id</a:t>
            </a:r>
            <a:r>
              <a:rPr lang="en-US" dirty="0"/>
              <a:t>="@+id/</a:t>
            </a:r>
            <a:r>
              <a:rPr lang="en-US" dirty="0" err="1"/>
              <a:t>btnShow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android:text</a:t>
            </a:r>
            <a:r>
              <a:rPr lang="en-US" dirty="0"/>
              <a:t>="Show Name"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android:layout_width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</a:t>
            </a:r>
          </a:p>
          <a:p>
            <a:r>
              <a:rPr lang="en-US" dirty="0"/>
              <a:t>        </a:t>
            </a:r>
            <a:r>
              <a:rPr lang="en-US" dirty="0" err="1"/>
              <a:t>android:layout_height</a:t>
            </a:r>
            <a:r>
              <a:rPr lang="en-US" dirty="0"/>
              <a:t>="</a:t>
            </a:r>
            <a:r>
              <a:rPr lang="en-US" dirty="0" err="1"/>
              <a:t>wrap_content</a:t>
            </a:r>
            <a:r>
              <a:rPr lang="en-US" dirty="0"/>
              <a:t>"/&gt;</a:t>
            </a:r>
          </a:p>
          <a:p>
            <a:r>
              <a:rPr lang="en-US" dirty="0"/>
              <a:t>&lt;/</a:t>
            </a:r>
            <a:r>
              <a:rPr lang="en-US" dirty="0" err="1"/>
              <a:t>LinearLayout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99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BD49-8C67-7DF3-8D5C-88E9C5B2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FD22B-4FED-432A-E70D-BE4E7A084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automatically loads activity_main.xml or activity_main.xml (land) based on orientation.</a:t>
            </a:r>
          </a:p>
        </p:txBody>
      </p:sp>
    </p:spTree>
    <p:extLst>
      <p:ext uri="{BB962C8B-B14F-4D97-AF65-F5344CB8AC3E}">
        <p14:creationId xmlns:p14="http://schemas.microsoft.com/office/powerpoint/2010/main" val="3092026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053B-DC53-DE78-C7CB-54BDE683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Part 2: Saving State Across Rotation</a:t>
            </a:r>
            <a:br>
              <a:rPr lang="en-US" b="1" dirty="0"/>
            </a:br>
            <a:r>
              <a:rPr lang="en-US" b="1" dirty="0"/>
              <a:t>Step 3: Open MainActivity.java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C15A-768D-5869-0428-1B9FE13D6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package </a:t>
            </a:r>
            <a:r>
              <a:rPr lang="en-US" dirty="0" err="1"/>
              <a:t>com.example.orientationhandlingapp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androidx.appcompat.app.AppCompatActivity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android.os.Bundle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android.widget.Button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android.widget.EditText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android.widget.Toast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MainActivity</a:t>
            </a:r>
            <a:r>
              <a:rPr lang="en-US" dirty="0"/>
              <a:t> extends </a:t>
            </a:r>
            <a:r>
              <a:rPr lang="en-US" dirty="0" err="1"/>
              <a:t>AppCompatActivity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en-US" dirty="0" err="1"/>
              <a:t>edtName</a:t>
            </a:r>
            <a:r>
              <a:rPr lang="en-US" dirty="0"/>
              <a:t>;</a:t>
            </a:r>
          </a:p>
          <a:p>
            <a:r>
              <a:rPr lang="en-US" dirty="0"/>
              <a:t>    Button </a:t>
            </a:r>
            <a:r>
              <a:rPr lang="en-US" dirty="0" err="1"/>
              <a:t>btnShow</a:t>
            </a:r>
            <a:r>
              <a:rPr lang="en-US" dirty="0"/>
              <a:t>;</a:t>
            </a:r>
          </a:p>
          <a:p>
            <a:r>
              <a:rPr lang="en-US" dirty="0"/>
              <a:t>    String </a:t>
            </a:r>
            <a:r>
              <a:rPr lang="en-US" dirty="0" err="1"/>
              <a:t>userName</a:t>
            </a:r>
            <a:r>
              <a:rPr lang="en-US" dirty="0"/>
              <a:t> = "";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protected void </a:t>
            </a:r>
            <a:r>
              <a:rPr lang="en-US" dirty="0" err="1"/>
              <a:t>onCreate</a:t>
            </a:r>
            <a:r>
              <a:rPr lang="en-US" dirty="0"/>
              <a:t>(Bundle </a:t>
            </a:r>
            <a:r>
              <a:rPr lang="en-US" dirty="0" err="1"/>
              <a:t>savedInstanceState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R.layout.activity_main</a:t>
            </a: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02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2939-2D93-8EB1-12AB-DBFDC545C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2E405-45E3-4455-A11E-480B02CD4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 </a:t>
            </a:r>
            <a:r>
              <a:rPr lang="en-US" dirty="0" err="1"/>
              <a:t>edtName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R.id.edtName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btnShow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R.id.btnShow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    // Restore saved state</a:t>
            </a:r>
          </a:p>
          <a:p>
            <a:r>
              <a:rPr lang="en-US" dirty="0"/>
              <a:t>        if (</a:t>
            </a:r>
            <a:r>
              <a:rPr lang="en-US" dirty="0" err="1"/>
              <a:t>savedInstanceState</a:t>
            </a:r>
            <a:r>
              <a:rPr lang="en-US" dirty="0"/>
              <a:t> != null) {</a:t>
            </a:r>
          </a:p>
          <a:p>
            <a:r>
              <a:rPr lang="en-US" dirty="0"/>
              <a:t>            </a:t>
            </a:r>
            <a:r>
              <a:rPr lang="en-US" dirty="0" err="1"/>
              <a:t>userName</a:t>
            </a:r>
            <a:r>
              <a:rPr lang="en-US" dirty="0"/>
              <a:t> = </a:t>
            </a:r>
            <a:r>
              <a:rPr lang="en-US" dirty="0" err="1"/>
              <a:t>savedInstanceState.getString</a:t>
            </a:r>
            <a:r>
              <a:rPr lang="en-US" dirty="0"/>
              <a:t>("</a:t>
            </a:r>
            <a:r>
              <a:rPr lang="en-US" dirty="0" err="1"/>
              <a:t>name_key</a:t>
            </a:r>
            <a:r>
              <a:rPr lang="en-US" dirty="0"/>
              <a:t>");</a:t>
            </a:r>
          </a:p>
          <a:p>
            <a:r>
              <a:rPr lang="en-US" dirty="0"/>
              <a:t>            </a:t>
            </a:r>
            <a:r>
              <a:rPr lang="en-US" dirty="0" err="1"/>
              <a:t>edtName.setText</a:t>
            </a:r>
            <a:r>
              <a:rPr lang="en-US" dirty="0"/>
              <a:t>(</a:t>
            </a:r>
            <a:r>
              <a:rPr lang="en-US" dirty="0" err="1"/>
              <a:t>userName</a:t>
            </a:r>
            <a:r>
              <a:rPr lang="en-US" dirty="0"/>
              <a:t>);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btnShow.setOnClickListener</a:t>
            </a:r>
            <a:r>
              <a:rPr lang="en-US" dirty="0"/>
              <a:t>(v -&gt; {</a:t>
            </a:r>
          </a:p>
          <a:p>
            <a:r>
              <a:rPr lang="en-US" dirty="0"/>
              <a:t>            </a:t>
            </a:r>
            <a:r>
              <a:rPr lang="en-US" dirty="0" err="1"/>
              <a:t>userName</a:t>
            </a:r>
            <a:r>
              <a:rPr lang="en-US" dirty="0"/>
              <a:t> = </a:t>
            </a:r>
            <a:r>
              <a:rPr lang="en-US" dirty="0" err="1"/>
              <a:t>edtName.getText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();</a:t>
            </a:r>
          </a:p>
          <a:p>
            <a:r>
              <a:rPr lang="en-US" dirty="0"/>
              <a:t>            </a:t>
            </a:r>
            <a:r>
              <a:rPr lang="en-US" dirty="0" err="1"/>
              <a:t>Toast.makeText</a:t>
            </a:r>
            <a:r>
              <a:rPr lang="en-US" dirty="0"/>
              <a:t>(this, "Hello, " + </a:t>
            </a:r>
            <a:r>
              <a:rPr lang="en-US" dirty="0" err="1"/>
              <a:t>userName</a:t>
            </a:r>
            <a:r>
              <a:rPr lang="en-US" dirty="0"/>
              <a:t>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    });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255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FA5E9-DD23-AF03-0EB2-79E67FFE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76B32-88AA-CD1B-83AF-62CF95985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   // Save data before orientation change</a:t>
            </a:r>
          </a:p>
          <a:p>
            <a:r>
              <a:rPr lang="en-US" dirty="0"/>
              <a:t>    @Override</a:t>
            </a:r>
          </a:p>
          <a:p>
            <a:r>
              <a:rPr lang="en-US" dirty="0"/>
              <a:t>    protected void </a:t>
            </a:r>
            <a:r>
              <a:rPr lang="en-US" dirty="0" err="1"/>
              <a:t>onSaveInstanceState</a:t>
            </a:r>
            <a:r>
              <a:rPr lang="en-US" dirty="0"/>
              <a:t>(Bundle </a:t>
            </a:r>
            <a:r>
              <a:rPr lang="en-US" dirty="0" err="1"/>
              <a:t>outState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super.onSaveInstanceState</a:t>
            </a:r>
            <a:r>
              <a:rPr lang="en-US" dirty="0"/>
              <a:t>(</a:t>
            </a:r>
            <a:r>
              <a:rPr lang="en-US" dirty="0" err="1"/>
              <a:t>outState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outState.putString</a:t>
            </a:r>
            <a:r>
              <a:rPr lang="en-US" dirty="0"/>
              <a:t>("</a:t>
            </a:r>
            <a:r>
              <a:rPr lang="en-US" dirty="0" err="1"/>
              <a:t>name_key</a:t>
            </a:r>
            <a:r>
              <a:rPr lang="en-US" dirty="0"/>
              <a:t>", </a:t>
            </a:r>
            <a:r>
              <a:rPr lang="en-US" dirty="0" err="1"/>
              <a:t>edtName.getText</a:t>
            </a:r>
            <a:r>
              <a:rPr lang="en-US" dirty="0"/>
              <a:t>().</a:t>
            </a:r>
            <a:r>
              <a:rPr lang="en-US" dirty="0" err="1"/>
              <a:t>toString</a:t>
            </a:r>
            <a:r>
              <a:rPr lang="en-US" dirty="0"/>
              <a:t>());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0007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49B-32CC-D997-DD5B-F3FD40FC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7107B-C49E-0B46-24D4-A7C9D0E5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This ensures data is preserved when the device rotates.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910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BB24-7266-C0F7-D96D-22A67667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🧱 Part 3: Manual Handling (Prevent Recreation)</a:t>
            </a:r>
            <a:br>
              <a:rPr lang="en-US" b="1" dirty="0"/>
            </a:br>
            <a:r>
              <a:rPr lang="en-US" b="1" dirty="0"/>
              <a:t>Step 4: Modify Manifest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4527-7269-568A-AEFD-CFFF566F2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&lt;activity</a:t>
            </a:r>
          </a:p>
          <a:p>
            <a:r>
              <a:rPr lang="en-US" dirty="0"/>
              <a:t>    </a:t>
            </a:r>
            <a:r>
              <a:rPr lang="en-US" dirty="0" err="1"/>
              <a:t>android:name</a:t>
            </a:r>
            <a:r>
              <a:rPr lang="en-US" dirty="0"/>
              <a:t>=".</a:t>
            </a:r>
            <a:r>
              <a:rPr lang="en-US" dirty="0" err="1"/>
              <a:t>MainActivity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android:configChanges</a:t>
            </a:r>
            <a:r>
              <a:rPr lang="en-US" dirty="0"/>
              <a:t>="</a:t>
            </a:r>
            <a:r>
              <a:rPr lang="en-US" dirty="0" err="1"/>
              <a:t>orientation|screenSize</a:t>
            </a:r>
            <a:r>
              <a:rPr lang="en-US" dirty="0"/>
              <a:t>"</a:t>
            </a:r>
          </a:p>
          <a:p>
            <a:r>
              <a:rPr lang="en-US" dirty="0"/>
              <a:t>    </a:t>
            </a:r>
            <a:r>
              <a:rPr lang="en-US" dirty="0" err="1"/>
              <a:t>android:exported</a:t>
            </a:r>
            <a:r>
              <a:rPr lang="en-US" dirty="0"/>
              <a:t>="true"&gt;</a:t>
            </a:r>
          </a:p>
          <a:p>
            <a:r>
              <a:rPr lang="en-US" dirty="0"/>
              <a:t>    &lt;intent-filter&gt;</a:t>
            </a:r>
          </a:p>
          <a:p>
            <a:r>
              <a:rPr lang="en-US" dirty="0"/>
              <a:t>        &lt;action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android.intent.action.MAIN</a:t>
            </a:r>
            <a:r>
              <a:rPr lang="en-US" dirty="0"/>
              <a:t>"/&gt;</a:t>
            </a:r>
          </a:p>
          <a:p>
            <a:r>
              <a:rPr lang="en-US" dirty="0"/>
              <a:t>        &lt;category </a:t>
            </a:r>
            <a:r>
              <a:rPr lang="en-US" dirty="0" err="1"/>
              <a:t>android:name</a:t>
            </a:r>
            <a:r>
              <a:rPr lang="en-US" dirty="0"/>
              <a:t>="</a:t>
            </a:r>
            <a:r>
              <a:rPr lang="en-US" dirty="0" err="1"/>
              <a:t>android.intent.category.LAUNCHER</a:t>
            </a:r>
            <a:r>
              <a:rPr lang="en-US" dirty="0"/>
              <a:t>"/&gt;</a:t>
            </a:r>
          </a:p>
          <a:p>
            <a:r>
              <a:rPr lang="en-US" dirty="0"/>
              <a:t>    &lt;/intent-filter&gt;</a:t>
            </a:r>
          </a:p>
          <a:p>
            <a:r>
              <a:rPr lang="en-US" dirty="0"/>
              <a:t>&lt;/activity&gt;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41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0AD6-4A4B-2092-827F-BC42367D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Handle in </a:t>
            </a:r>
            <a:r>
              <a:rPr lang="en-US" dirty="0" err="1"/>
              <a:t>onConfigurationChanged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B8B7B-31FF-09B0-E2CB-9131351A1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@Override</a:t>
            </a:r>
          </a:p>
          <a:p>
            <a:r>
              <a:rPr lang="en-US" dirty="0"/>
              <a:t>public void </a:t>
            </a:r>
            <a:r>
              <a:rPr lang="en-US" dirty="0" err="1"/>
              <a:t>onConfigurationChanged</a:t>
            </a:r>
            <a:r>
              <a:rPr lang="en-US" dirty="0"/>
              <a:t>(</a:t>
            </a:r>
            <a:r>
              <a:rPr lang="en-US" dirty="0" err="1"/>
              <a:t>android.content.res.Configuration</a:t>
            </a:r>
            <a:r>
              <a:rPr lang="en-US" dirty="0"/>
              <a:t> </a:t>
            </a:r>
            <a:r>
              <a:rPr lang="en-US" dirty="0" err="1"/>
              <a:t>newConfig</a:t>
            </a:r>
            <a:r>
              <a:rPr lang="en-US" dirty="0"/>
              <a:t>) {</a:t>
            </a:r>
          </a:p>
          <a:p>
            <a:r>
              <a:rPr lang="en-US" dirty="0"/>
              <a:t>    </a:t>
            </a:r>
            <a:r>
              <a:rPr lang="en-US" dirty="0" err="1"/>
              <a:t>super.onConfigurationChanged</a:t>
            </a:r>
            <a:r>
              <a:rPr lang="en-US" dirty="0"/>
              <a:t>(</a:t>
            </a:r>
            <a:r>
              <a:rPr lang="en-US" dirty="0" err="1"/>
              <a:t>newConfig</a:t>
            </a:r>
            <a:r>
              <a:rPr lang="en-US" dirty="0"/>
              <a:t>);</a:t>
            </a:r>
          </a:p>
          <a:p>
            <a:r>
              <a:rPr lang="en-US" dirty="0"/>
              <a:t>    if (</a:t>
            </a:r>
            <a:r>
              <a:rPr lang="en-US" dirty="0" err="1"/>
              <a:t>newConfig.orientation</a:t>
            </a:r>
            <a:r>
              <a:rPr lang="en-US" dirty="0"/>
              <a:t> == </a:t>
            </a:r>
            <a:r>
              <a:rPr lang="en-US" dirty="0" err="1"/>
              <a:t>android.content.res.Configuration.ORIENTATION_LANDSCAPE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Toast.makeText</a:t>
            </a:r>
            <a:r>
              <a:rPr lang="en-US" dirty="0"/>
              <a:t>(this, "Landscape Mode Activated",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} else if (</a:t>
            </a:r>
            <a:r>
              <a:rPr lang="en-US" dirty="0" err="1"/>
              <a:t>newConfig.orientation</a:t>
            </a:r>
            <a:r>
              <a:rPr lang="en-US" dirty="0"/>
              <a:t> == </a:t>
            </a:r>
            <a:r>
              <a:rPr lang="en-US" dirty="0" err="1"/>
              <a:t>android.content.res.Configuration.ORIENTATION_PORTRAIT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Toast.makeText</a:t>
            </a:r>
            <a:r>
              <a:rPr lang="en-US" dirty="0"/>
              <a:t>(this, "Portrait Mode Activated", </a:t>
            </a:r>
            <a:r>
              <a:rPr lang="en-US" dirty="0" err="1"/>
              <a:t>Toast.LENGTH_SHORT</a:t>
            </a:r>
            <a:r>
              <a:rPr lang="en-US" dirty="0"/>
              <a:t>).show();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03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8164-0B0C-78DD-2B5D-775FA6C6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8B1BD-F7E9-55CA-EB92-A34501C8D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Now, the Activity will </a:t>
            </a:r>
            <a:r>
              <a:rPr lang="en-US" b="1" dirty="0"/>
              <a:t>not restart</a:t>
            </a:r>
            <a:r>
              <a:rPr lang="en-US" dirty="0"/>
              <a:t> on rotation; only </a:t>
            </a:r>
            <a:r>
              <a:rPr lang="en-US" dirty="0" err="1"/>
              <a:t>onConfigurationChanged</a:t>
            </a:r>
            <a:r>
              <a:rPr lang="en-US" dirty="0"/>
              <a:t>() will execute.</a:t>
            </a:r>
          </a:p>
        </p:txBody>
      </p:sp>
    </p:spTree>
    <p:extLst>
      <p:ext uri="{BB962C8B-B14F-4D97-AF65-F5344CB8AC3E}">
        <p14:creationId xmlns:p14="http://schemas.microsoft.com/office/powerpoint/2010/main" val="907940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C28C-9313-6376-EB3D-F5DB4BAE2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C8B2C-DF85-7F8B-0EDB-6630A113E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🧪 Part 4: Testing in Android Studio</a:t>
            </a:r>
          </a:p>
          <a:p>
            <a:r>
              <a:rPr lang="en-US" b="1" dirty="0"/>
              <a:t>Step 6: Run the App</a:t>
            </a:r>
          </a:p>
          <a:p>
            <a:r>
              <a:rPr lang="en-US" dirty="0"/>
              <a:t>Run on an emulator or physical device.</a:t>
            </a:r>
          </a:p>
          <a:p>
            <a:r>
              <a:rPr lang="en-US" dirty="0"/>
              <a:t>Type a name in the </a:t>
            </a:r>
            <a:r>
              <a:rPr lang="en-US" dirty="0" err="1"/>
              <a:t>EditText</a:t>
            </a:r>
            <a:r>
              <a:rPr lang="en-US" dirty="0"/>
              <a:t> field.</a:t>
            </a:r>
          </a:p>
          <a:p>
            <a:r>
              <a:rPr lang="en-US" dirty="0"/>
              <a:t>Rotate the device.</a:t>
            </a:r>
          </a:p>
          <a:p>
            <a:pPr lvl="1"/>
            <a:r>
              <a:rPr lang="en-US" dirty="0"/>
              <a:t>If using </a:t>
            </a:r>
            <a:r>
              <a:rPr lang="en-US" b="1" dirty="0"/>
              <a:t>default handling</a:t>
            </a:r>
            <a:r>
              <a:rPr lang="en-US" dirty="0"/>
              <a:t>, the screen reloads but data is restored.</a:t>
            </a:r>
          </a:p>
          <a:p>
            <a:pPr lvl="1"/>
            <a:r>
              <a:rPr lang="en-US" dirty="0"/>
              <a:t>If using </a:t>
            </a:r>
            <a:r>
              <a:rPr lang="en-US" b="1" dirty="0"/>
              <a:t>manual handling</a:t>
            </a:r>
            <a:r>
              <a:rPr lang="en-US" dirty="0"/>
              <a:t>, Activity doesn’t reload and toast messages show orientation changes.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401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53FAA-7018-88F4-3990-33D545F3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🧠 5. Comparison Summary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0EB0951-80EB-8516-B5BA-227E31408B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132614"/>
          <a:ext cx="10515600" cy="1737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994890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50480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8157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Approach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Advantage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Limitation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57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Default Recreation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Easy, loads layout automatically.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 restarts (data may reset).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15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Save &amp; Restore State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Retains data safely.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Slightly more code.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460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Manual Handling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Prevents recreation, improves performance.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Must update UI manually if needed.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513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637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5548-02D1-ED96-10C4-AD90E4BF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474D5-5AB0-E300-7324-33A269FA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🎓 6. Best Practices</a:t>
            </a:r>
          </a:p>
          <a:p>
            <a:r>
              <a:rPr lang="en-US" dirty="0"/>
              <a:t>✅ Use </a:t>
            </a:r>
            <a:r>
              <a:rPr lang="en-US" b="1" dirty="0" err="1"/>
              <a:t>ConstraintLayout</a:t>
            </a:r>
            <a:r>
              <a:rPr lang="en-US" dirty="0"/>
              <a:t> for responsive design.</a:t>
            </a:r>
            <a:br>
              <a:rPr lang="en-US" dirty="0"/>
            </a:br>
            <a:r>
              <a:rPr lang="en-US" dirty="0"/>
              <a:t>✅ Save critical user input in </a:t>
            </a:r>
            <a:r>
              <a:rPr lang="en-US" dirty="0" err="1"/>
              <a:t>onSaveInstanceState</a:t>
            </a:r>
            <a:r>
              <a:rPr lang="en-US" dirty="0"/>
              <a:t>().</a:t>
            </a:r>
            <a:br>
              <a:rPr lang="en-US" dirty="0"/>
            </a:br>
            <a:r>
              <a:rPr lang="en-US" dirty="0"/>
              <a:t>✅ Avoid disabling orientation change unless necessary.</a:t>
            </a:r>
            <a:br>
              <a:rPr lang="en-US" dirty="0"/>
            </a:br>
            <a:r>
              <a:rPr lang="en-US" dirty="0"/>
              <a:t>✅ Test layouts on multiple devices (tablet, phone).</a:t>
            </a:r>
            <a:br>
              <a:rPr lang="en-US" dirty="0"/>
            </a:br>
            <a:r>
              <a:rPr lang="en-US" dirty="0"/>
              <a:t>✅ Use </a:t>
            </a:r>
            <a:r>
              <a:rPr lang="en-US" b="1" dirty="0" err="1"/>
              <a:t>ViewModel</a:t>
            </a:r>
            <a:r>
              <a:rPr lang="en-US" b="1" dirty="0"/>
              <a:t> + </a:t>
            </a:r>
            <a:r>
              <a:rPr lang="en-US" b="1" dirty="0" err="1"/>
              <a:t>LiveData</a:t>
            </a:r>
            <a:r>
              <a:rPr lang="en-US" dirty="0"/>
              <a:t> (advanced approach) to preserve UI data automatically.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878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7424-8D8E-2C17-1F85-2940F66E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15573-EFF1-B29B-F2C6-BE79D4A2C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🧾 7. Lab Tasks</a:t>
            </a:r>
          </a:p>
          <a:p>
            <a:r>
              <a:rPr lang="en-US" b="1" dirty="0"/>
              <a:t>Task 1:</a:t>
            </a:r>
            <a:r>
              <a:rPr lang="en-US" dirty="0"/>
              <a:t> Create an app that displays the device’s orientation in a </a:t>
            </a:r>
            <a:r>
              <a:rPr lang="en-US" dirty="0" err="1"/>
              <a:t>TextView</a:t>
            </a:r>
            <a:r>
              <a:rPr lang="en-US" dirty="0"/>
              <a:t> and updates it dynamically when rotated.</a:t>
            </a:r>
            <a:br>
              <a:rPr lang="en-US" dirty="0"/>
            </a:br>
            <a:r>
              <a:rPr lang="en-US" b="1" dirty="0"/>
              <a:t>Task 2:</a:t>
            </a:r>
            <a:r>
              <a:rPr lang="en-US" dirty="0"/>
              <a:t> Preserve the text typed in an </a:t>
            </a:r>
            <a:r>
              <a:rPr lang="en-US" dirty="0" err="1"/>
              <a:t>EditText</a:t>
            </a:r>
            <a:r>
              <a:rPr lang="en-US" dirty="0"/>
              <a:t> field after rotation using </a:t>
            </a:r>
            <a:r>
              <a:rPr lang="en-US" dirty="0" err="1"/>
              <a:t>onSaveInstanceState</a:t>
            </a:r>
            <a:r>
              <a:rPr lang="en-US" dirty="0"/>
              <a:t>().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726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2B1A2-47C8-A4D8-4014-20BBF98C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📚 </a:t>
            </a:r>
            <a:r>
              <a:rPr lang="en-US" b="1" dirty="0"/>
              <a:t>Summary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1CD6A6-7D03-7290-872B-99005989C1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644480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23454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Concept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Key Point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44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Orientation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Device switches between portrait and landscape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444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Default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 is destroyed and recreated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84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Managing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Save and restore data or handle manually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048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Java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onSaveInstanceState()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onConfigurationChanged()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4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Manifest Attribute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`</a:t>
                      </a:r>
                      <a:r>
                        <a:rPr lang="en-US" dirty="0" err="1"/>
                        <a:t>android:configChanges</a:t>
                      </a:r>
                      <a:r>
                        <a:rPr lang="en-US" dirty="0"/>
                        <a:t>="orientation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128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2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1381</Words>
  <Application>Microsoft Office PowerPoint</Application>
  <PresentationFormat>Widescreen</PresentationFormat>
  <Paragraphs>174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Office Theme</vt:lpstr>
      <vt:lpstr>Course: Mobile &amp; Application Development Semester: BSCS 7th University: GC University Faisalabad (Lahore Campus) Instructor: Adnan Majeed </vt:lpstr>
      <vt:lpstr>PowerPoint Presentation</vt:lpstr>
      <vt:lpstr>PowerPoint Presentation</vt:lpstr>
      <vt:lpstr>Approaches to Manage Orientation Changes</vt:lpstr>
      <vt:lpstr>🧩 Part 1: Default Recreation (Automatic Handling)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2: Saving State Across Rotation Step 3: Open MainActivity.java </vt:lpstr>
      <vt:lpstr>PowerPoint Presentation</vt:lpstr>
      <vt:lpstr>PowerPoint Presentation</vt:lpstr>
      <vt:lpstr>PowerPoint Presentation</vt:lpstr>
      <vt:lpstr>🧱 Part 3: Manual Handling (Prevent Recreation) Step 4: Modify Manifest </vt:lpstr>
      <vt:lpstr>Step 5: Handle in onConfigurationChanged()</vt:lpstr>
      <vt:lpstr>PowerPoint Presentation</vt:lpstr>
      <vt:lpstr>PowerPoint Presentation</vt:lpstr>
      <vt:lpstr>.   🧠 5. Comparison Summary </vt:lpstr>
      <vt:lpstr>PowerPoint Presentation</vt:lpstr>
      <vt:lpstr>PowerPoint Presentation</vt:lpstr>
      <vt:lpstr>📚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31</cp:revision>
  <dcterms:created xsi:type="dcterms:W3CDTF">2025-11-11T08:45:04Z</dcterms:created>
  <dcterms:modified xsi:type="dcterms:W3CDTF">2025-11-11T08:50:26Z</dcterms:modified>
</cp:coreProperties>
</file>